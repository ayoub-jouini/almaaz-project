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Cabin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Cabin-bold.fntdata"/><Relationship Id="rId16" Type="http://schemas.openxmlformats.org/officeDocument/2006/relationships/font" Target="fonts/Cabin-regular.fntdata"/><Relationship Id="rId19" Type="http://schemas.openxmlformats.org/officeDocument/2006/relationships/font" Target="fonts/Cabin-boldItalic.fntdata"/><Relationship Id="rId18" Type="http://schemas.openxmlformats.org/officeDocument/2006/relationships/font" Target="fonts/Cabin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a07f3e845d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a07f3e845d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cad56d6c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cad56d6c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cad56d6c9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cad56d6c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cad56d6c9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cad56d6c9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cad56d6c9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cad56d6c9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cad56d6c9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cad56d6c9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cad56d6c9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cad56d6c9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cad56d6c9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cad56d6c9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cad56d6c9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cad56d6c9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cad56d6c9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cad56d6c9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cad56d6c9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cad56d6c9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85" y="2573720"/>
            <a:ext cx="1283558" cy="1287708"/>
            <a:chOff x="3799150" y="2868025"/>
            <a:chExt cx="1178225" cy="1177925"/>
          </a:xfrm>
        </p:grpSpPr>
        <p:sp>
          <p:nvSpPr>
            <p:cNvPr id="10" name="Google Shape;10;p2"/>
            <p:cNvSpPr/>
            <p:nvPr/>
          </p:nvSpPr>
          <p:spPr>
            <a:xfrm>
              <a:off x="3799150" y="2868025"/>
              <a:ext cx="1177925" cy="1177925"/>
            </a:xfrm>
            <a:custGeom>
              <a:rect b="b" l="l" r="r" t="t"/>
              <a:pathLst>
                <a:path extrusionOk="0" h="47117" w="47117">
                  <a:moveTo>
                    <a:pt x="0" y="0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389425" y="2869200"/>
              <a:ext cx="587950" cy="1175850"/>
            </a:xfrm>
            <a:custGeom>
              <a:rect b="b" l="l" r="r" t="t"/>
              <a:pathLst>
                <a:path extrusionOk="0" h="47034" w="23518">
                  <a:moveTo>
                    <a:pt x="23517" y="1"/>
                  </a:moveTo>
                  <a:cubicBezTo>
                    <a:pt x="10529" y="1"/>
                    <a:pt x="1" y="10541"/>
                    <a:pt x="1" y="23517"/>
                  </a:cubicBezTo>
                  <a:cubicBezTo>
                    <a:pt x="1" y="36505"/>
                    <a:pt x="10529" y="47033"/>
                    <a:pt x="23517" y="47033"/>
                  </a:cubicBezTo>
                  <a:lnTo>
                    <a:pt x="23517" y="1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" name="Google Shape;12;p2"/>
          <p:cNvGrpSpPr/>
          <p:nvPr/>
        </p:nvGrpSpPr>
        <p:grpSpPr>
          <a:xfrm>
            <a:off x="-7425" y="-1400"/>
            <a:ext cx="3848587" cy="5145739"/>
            <a:chOff x="-7425" y="-1400"/>
            <a:chExt cx="3848587" cy="5145739"/>
          </a:xfrm>
        </p:grpSpPr>
        <p:sp>
          <p:nvSpPr>
            <p:cNvPr id="13" name="Google Shape;13;p2"/>
            <p:cNvSpPr/>
            <p:nvPr/>
          </p:nvSpPr>
          <p:spPr>
            <a:xfrm>
              <a:off x="-7425" y="-1400"/>
              <a:ext cx="1287311" cy="1287311"/>
            </a:xfrm>
            <a:custGeom>
              <a:rect b="b" l="l" r="r" t="t"/>
              <a:pathLst>
                <a:path extrusionOk="0" h="22959" w="22959">
                  <a:moveTo>
                    <a:pt x="0" y="0"/>
                  </a:moveTo>
                  <a:lnTo>
                    <a:pt x="0" y="22958"/>
                  </a:lnTo>
                  <a:lnTo>
                    <a:pt x="22958" y="22958"/>
                  </a:lnTo>
                  <a:lnTo>
                    <a:pt x="229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1494" y="3861669"/>
              <a:ext cx="1280435" cy="1280435"/>
              <a:chOff x="3800983" y="1687007"/>
              <a:chExt cx="1150126" cy="1150126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3800983" y="1687007"/>
                <a:ext cx="1150126" cy="1150126"/>
              </a:xfrm>
              <a:custGeom>
                <a:rect b="b" l="l" r="r" t="t"/>
                <a:pathLst>
                  <a:path extrusionOk="0" h="47117" w="47117">
                    <a:moveTo>
                      <a:pt x="0" y="1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4062650" y="1953325"/>
                <a:ext cx="651200" cy="651525"/>
              </a:xfrm>
              <a:custGeom>
                <a:rect b="b" l="l" r="r" t="t"/>
                <a:pathLst>
                  <a:path extrusionOk="0" h="26061" w="26048">
                    <a:moveTo>
                      <a:pt x="0" y="1"/>
                    </a:moveTo>
                    <a:lnTo>
                      <a:pt x="0" y="26060"/>
                    </a:lnTo>
                    <a:lnTo>
                      <a:pt x="26048" y="26060"/>
                    </a:lnTo>
                    <a:lnTo>
                      <a:pt x="2604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" name="Google Shape;17;p2"/>
            <p:cNvSpPr/>
            <p:nvPr/>
          </p:nvSpPr>
          <p:spPr>
            <a:xfrm>
              <a:off x="1855056" y="1918026"/>
              <a:ext cx="1315632" cy="1308068"/>
            </a:xfrm>
            <a:custGeom>
              <a:rect b="b" l="l" r="r" t="t"/>
              <a:pathLst>
                <a:path extrusionOk="0" h="34759" w="34960">
                  <a:moveTo>
                    <a:pt x="17480" y="1141"/>
                  </a:moveTo>
                  <a:cubicBezTo>
                    <a:pt x="26499" y="1141"/>
                    <a:pt x="33831" y="8425"/>
                    <a:pt x="33819" y="17385"/>
                  </a:cubicBezTo>
                  <a:cubicBezTo>
                    <a:pt x="33819" y="26333"/>
                    <a:pt x="26499" y="33617"/>
                    <a:pt x="17480" y="33617"/>
                  </a:cubicBezTo>
                  <a:cubicBezTo>
                    <a:pt x="8485" y="33617"/>
                    <a:pt x="1141" y="26333"/>
                    <a:pt x="1141" y="17385"/>
                  </a:cubicBezTo>
                  <a:cubicBezTo>
                    <a:pt x="1141" y="8425"/>
                    <a:pt x="8461" y="1141"/>
                    <a:pt x="17480" y="1141"/>
                  </a:cubicBezTo>
                  <a:close/>
                  <a:moveTo>
                    <a:pt x="17480" y="0"/>
                  </a:moveTo>
                  <a:cubicBezTo>
                    <a:pt x="7843" y="0"/>
                    <a:pt x="0" y="7796"/>
                    <a:pt x="0" y="17385"/>
                  </a:cubicBezTo>
                  <a:cubicBezTo>
                    <a:pt x="0" y="26963"/>
                    <a:pt x="7843" y="34758"/>
                    <a:pt x="17480" y="34758"/>
                  </a:cubicBezTo>
                  <a:cubicBezTo>
                    <a:pt x="27117" y="34758"/>
                    <a:pt x="34960" y="26963"/>
                    <a:pt x="34960" y="17385"/>
                  </a:cubicBezTo>
                  <a:cubicBezTo>
                    <a:pt x="34960" y="7796"/>
                    <a:pt x="27117" y="0"/>
                    <a:pt x="174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273436" y="1285919"/>
              <a:ext cx="1287311" cy="1287311"/>
            </a:xfrm>
            <a:custGeom>
              <a:rect b="b" l="l" r="r" t="t"/>
              <a:pathLst>
                <a:path extrusionOk="0" h="22959" w="22959">
                  <a:moveTo>
                    <a:pt x="0" y="0"/>
                  </a:moveTo>
                  <a:lnTo>
                    <a:pt x="0" y="22958"/>
                  </a:lnTo>
                  <a:lnTo>
                    <a:pt x="22958" y="22958"/>
                  </a:lnTo>
                  <a:lnTo>
                    <a:pt x="2295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273441" y="2573237"/>
              <a:ext cx="1287311" cy="1287541"/>
            </a:xfrm>
            <a:custGeom>
              <a:rect b="b" l="l" r="r" t="t"/>
              <a:pathLst>
                <a:path extrusionOk="0" h="22959" w="22959">
                  <a:moveTo>
                    <a:pt x="0" y="0"/>
                  </a:moveTo>
                  <a:lnTo>
                    <a:pt x="0" y="22958"/>
                  </a:lnTo>
                  <a:lnTo>
                    <a:pt x="22958" y="22958"/>
                  </a:lnTo>
                  <a:lnTo>
                    <a:pt x="229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084880" y="2146534"/>
              <a:ext cx="856403" cy="851021"/>
            </a:xfrm>
            <a:custGeom>
              <a:rect b="b" l="l" r="r" t="t"/>
              <a:pathLst>
                <a:path extrusionOk="0" h="22614" w="22757">
                  <a:moveTo>
                    <a:pt x="11373" y="1130"/>
                  </a:moveTo>
                  <a:cubicBezTo>
                    <a:pt x="17017" y="1130"/>
                    <a:pt x="21604" y="5693"/>
                    <a:pt x="21604" y="11313"/>
                  </a:cubicBezTo>
                  <a:cubicBezTo>
                    <a:pt x="21604" y="16922"/>
                    <a:pt x="17017" y="21485"/>
                    <a:pt x="11373" y="21485"/>
                  </a:cubicBezTo>
                  <a:cubicBezTo>
                    <a:pt x="5729" y="21485"/>
                    <a:pt x="1142" y="16922"/>
                    <a:pt x="1142" y="11313"/>
                  </a:cubicBezTo>
                  <a:cubicBezTo>
                    <a:pt x="1142" y="5693"/>
                    <a:pt x="5729" y="1130"/>
                    <a:pt x="11373" y="1130"/>
                  </a:cubicBezTo>
                  <a:close/>
                  <a:moveTo>
                    <a:pt x="11373" y="1"/>
                  </a:moveTo>
                  <a:cubicBezTo>
                    <a:pt x="5111" y="1"/>
                    <a:pt x="1" y="5063"/>
                    <a:pt x="1" y="11301"/>
                  </a:cubicBezTo>
                  <a:cubicBezTo>
                    <a:pt x="1" y="17540"/>
                    <a:pt x="5111" y="22614"/>
                    <a:pt x="11373" y="22614"/>
                  </a:cubicBezTo>
                  <a:cubicBezTo>
                    <a:pt x="17659" y="22614"/>
                    <a:pt x="22757" y="17552"/>
                    <a:pt x="22757" y="11301"/>
                  </a:cubicBezTo>
                  <a:cubicBezTo>
                    <a:pt x="22757" y="5063"/>
                    <a:pt x="17647" y="1"/>
                    <a:pt x="11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560746" y="3859435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94900" y="195438"/>
              <a:ext cx="893625" cy="893625"/>
            </a:xfrm>
            <a:custGeom>
              <a:rect b="b" l="l" r="r" t="t"/>
              <a:pathLst>
                <a:path extrusionOk="0" h="35745" w="35745">
                  <a:moveTo>
                    <a:pt x="17872" y="0"/>
                  </a:moveTo>
                  <a:cubicBezTo>
                    <a:pt x="8009" y="0"/>
                    <a:pt x="0" y="8009"/>
                    <a:pt x="0" y="17872"/>
                  </a:cubicBezTo>
                  <a:cubicBezTo>
                    <a:pt x="0" y="27747"/>
                    <a:pt x="8009" y="35744"/>
                    <a:pt x="17872" y="35744"/>
                  </a:cubicBezTo>
                  <a:cubicBezTo>
                    <a:pt x="27735" y="35744"/>
                    <a:pt x="35744" y="27747"/>
                    <a:pt x="35744" y="17872"/>
                  </a:cubicBezTo>
                  <a:cubicBezTo>
                    <a:pt x="35744" y="8009"/>
                    <a:pt x="27735" y="0"/>
                    <a:pt x="178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" name="Google Shape;23;p2"/>
          <p:cNvSpPr txBox="1"/>
          <p:nvPr>
            <p:ph type="ctrTitle"/>
          </p:nvPr>
        </p:nvSpPr>
        <p:spPr>
          <a:xfrm>
            <a:off x="3340375" y="1586350"/>
            <a:ext cx="5072100" cy="148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b="1" sz="4600"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" name="Google Shape;24;p2"/>
          <p:cNvSpPr txBox="1"/>
          <p:nvPr>
            <p:ph idx="1" type="subTitle"/>
          </p:nvPr>
        </p:nvSpPr>
        <p:spPr>
          <a:xfrm>
            <a:off x="3340375" y="3074650"/>
            <a:ext cx="5072100" cy="4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713225" y="2110754"/>
            <a:ext cx="2695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713225" y="2903454"/>
            <a:ext cx="26952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hasCustomPrompt="1" idx="2" type="title"/>
          </p:nvPr>
        </p:nvSpPr>
        <p:spPr>
          <a:xfrm>
            <a:off x="713225" y="1517904"/>
            <a:ext cx="2695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grpSp>
        <p:nvGrpSpPr>
          <p:cNvPr id="29" name="Google Shape;29;p3"/>
          <p:cNvGrpSpPr/>
          <p:nvPr/>
        </p:nvGrpSpPr>
        <p:grpSpPr>
          <a:xfrm flipH="1">
            <a:off x="7834598" y="2575215"/>
            <a:ext cx="1309413" cy="1278013"/>
            <a:chOff x="17" y="-17"/>
            <a:chExt cx="840553" cy="834212"/>
          </a:xfrm>
        </p:grpSpPr>
        <p:sp>
          <p:nvSpPr>
            <p:cNvPr id="30" name="Google Shape;30;p3"/>
            <p:cNvSpPr/>
            <p:nvPr/>
          </p:nvSpPr>
          <p:spPr>
            <a:xfrm rot="5400000">
              <a:off x="6588" y="215"/>
              <a:ext cx="834212" cy="833749"/>
            </a:xfrm>
            <a:custGeom>
              <a:rect b="b" l="l" r="r" t="t"/>
              <a:pathLst>
                <a:path extrusionOk="0" h="25225" w="25239">
                  <a:moveTo>
                    <a:pt x="0" y="0"/>
                  </a:moveTo>
                  <a:lnTo>
                    <a:pt x="0" y="25224"/>
                  </a:lnTo>
                  <a:lnTo>
                    <a:pt x="25238" y="25224"/>
                  </a:lnTo>
                  <a:lnTo>
                    <a:pt x="25238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rot="5400000">
              <a:off x="17" y="-17"/>
              <a:ext cx="832890" cy="832890"/>
            </a:xfrm>
            <a:custGeom>
              <a:rect b="b" l="l" r="r" t="t"/>
              <a:pathLst>
                <a:path extrusionOk="0" h="25199" w="25199">
                  <a:moveTo>
                    <a:pt x="0" y="1"/>
                  </a:moveTo>
                  <a:lnTo>
                    <a:pt x="0" y="25199"/>
                  </a:lnTo>
                  <a:lnTo>
                    <a:pt x="25198" y="25199"/>
                  </a:lnTo>
                  <a:cubicBezTo>
                    <a:pt x="25198" y="11279"/>
                    <a:pt x="1392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" name="Google Shape;32;p3"/>
          <p:cNvGrpSpPr/>
          <p:nvPr/>
        </p:nvGrpSpPr>
        <p:grpSpPr>
          <a:xfrm>
            <a:off x="5288594" y="1287520"/>
            <a:ext cx="3855404" cy="2570562"/>
            <a:chOff x="5288594" y="1287520"/>
            <a:chExt cx="3855404" cy="2570562"/>
          </a:xfrm>
        </p:grpSpPr>
        <p:sp>
          <p:nvSpPr>
            <p:cNvPr id="33" name="Google Shape;33;p3"/>
            <p:cNvSpPr/>
            <p:nvPr/>
          </p:nvSpPr>
          <p:spPr>
            <a:xfrm>
              <a:off x="6576938" y="2572463"/>
              <a:ext cx="1283514" cy="1283514"/>
            </a:xfrm>
            <a:custGeom>
              <a:rect b="b" l="l" r="r" t="t"/>
              <a:pathLst>
                <a:path extrusionOk="0" h="35745" w="35745">
                  <a:moveTo>
                    <a:pt x="17872" y="0"/>
                  </a:moveTo>
                  <a:cubicBezTo>
                    <a:pt x="8009" y="0"/>
                    <a:pt x="0" y="8009"/>
                    <a:pt x="0" y="17872"/>
                  </a:cubicBezTo>
                  <a:cubicBezTo>
                    <a:pt x="0" y="27747"/>
                    <a:pt x="8009" y="35744"/>
                    <a:pt x="17872" y="35744"/>
                  </a:cubicBezTo>
                  <a:cubicBezTo>
                    <a:pt x="27735" y="35744"/>
                    <a:pt x="35744" y="27747"/>
                    <a:pt x="35744" y="17872"/>
                  </a:cubicBezTo>
                  <a:cubicBezTo>
                    <a:pt x="35744" y="8009"/>
                    <a:pt x="27735" y="0"/>
                    <a:pt x="178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" name="Google Shape;34;p3"/>
            <p:cNvGrpSpPr/>
            <p:nvPr/>
          </p:nvGrpSpPr>
          <p:grpSpPr>
            <a:xfrm flipH="1">
              <a:off x="7860440" y="1287520"/>
              <a:ext cx="1283558" cy="1287708"/>
              <a:chOff x="3799150" y="2868025"/>
              <a:chExt cx="1178225" cy="1177925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>
              <a:off x="6570427" y="1287520"/>
              <a:ext cx="1283558" cy="1287708"/>
              <a:chOff x="3799150" y="2868025"/>
              <a:chExt cx="1178225" cy="1177925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3"/>
            <p:cNvSpPr/>
            <p:nvPr/>
          </p:nvSpPr>
          <p:spPr>
            <a:xfrm flipH="1">
              <a:off x="5288594" y="2570375"/>
              <a:ext cx="1283231" cy="1287708"/>
            </a:xfrm>
            <a:custGeom>
              <a:rect b="b" l="l" r="r" t="t"/>
              <a:pathLst>
                <a:path extrusionOk="0" h="47117" w="47117">
                  <a:moveTo>
                    <a:pt x="0" y="0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5559708" y="2851560"/>
              <a:ext cx="724981" cy="725343"/>
            </a:xfrm>
            <a:custGeom>
              <a:rect b="b" l="l" r="r" t="t"/>
              <a:pathLst>
                <a:path extrusionOk="0" h="26061" w="26048">
                  <a:moveTo>
                    <a:pt x="0" y="1"/>
                  </a:moveTo>
                  <a:lnTo>
                    <a:pt x="0" y="26060"/>
                  </a:lnTo>
                  <a:lnTo>
                    <a:pt x="26048" y="26060"/>
                  </a:lnTo>
                  <a:lnTo>
                    <a:pt x="260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5290008" y="1288923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>
            <p:ph type="title"/>
          </p:nvPr>
        </p:nvSpPr>
        <p:spPr>
          <a:xfrm>
            <a:off x="713125" y="408650"/>
            <a:ext cx="77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" type="body"/>
          </p:nvPr>
        </p:nvSpPr>
        <p:spPr>
          <a:xfrm>
            <a:off x="713125" y="1213875"/>
            <a:ext cx="7714800" cy="3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AutoNum type="arabicPeriod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lphaLcPeriod"/>
              <a:defRPr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Arial"/>
              <a:buAutoNum type="romanLcPeriod"/>
              <a:defRPr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Arial"/>
              <a:buAutoNum type="arabicPeriod"/>
              <a:defRPr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Arial"/>
              <a:buAutoNum type="alphaLcPeriod"/>
              <a:defRPr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Arial"/>
              <a:buAutoNum type="romanLcPeriod"/>
              <a:defRPr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Arial"/>
              <a:buAutoNum type="arabicPeriod"/>
              <a:defRPr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Arial"/>
              <a:buAutoNum type="alphaLcPeriod"/>
              <a:defRPr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Arial"/>
              <a:buAutoNum type="romanLcPeriod"/>
              <a:defRPr/>
            </a:lvl9pPr>
          </a:lstStyle>
          <a:p/>
        </p:txBody>
      </p:sp>
      <p:sp>
        <p:nvSpPr>
          <p:cNvPr id="46" name="Google Shape;46;p4"/>
          <p:cNvSpPr/>
          <p:nvPr/>
        </p:nvSpPr>
        <p:spPr>
          <a:xfrm>
            <a:off x="0" y="0"/>
            <a:ext cx="1282725" cy="1287221"/>
          </a:xfrm>
          <a:custGeom>
            <a:rect b="b" l="l" r="r" t="t"/>
            <a:pathLst>
              <a:path extrusionOk="0" h="23767" w="23684">
                <a:moveTo>
                  <a:pt x="1" y="1"/>
                </a:moveTo>
                <a:lnTo>
                  <a:pt x="1" y="23767"/>
                </a:lnTo>
                <a:lnTo>
                  <a:pt x="236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 flipH="1">
            <a:off x="-383184" y="730075"/>
            <a:ext cx="1107435" cy="1100251"/>
          </a:xfrm>
          <a:custGeom>
            <a:rect b="b" l="l" r="r" t="t"/>
            <a:pathLst>
              <a:path extrusionOk="0" h="21901" w="22044">
                <a:moveTo>
                  <a:pt x="11016" y="0"/>
                </a:moveTo>
                <a:cubicBezTo>
                  <a:pt x="4932" y="0"/>
                  <a:pt x="0" y="4908"/>
                  <a:pt x="0" y="10956"/>
                </a:cubicBezTo>
                <a:cubicBezTo>
                  <a:pt x="0" y="16993"/>
                  <a:pt x="4932" y="21900"/>
                  <a:pt x="11016" y="21900"/>
                </a:cubicBezTo>
                <a:cubicBezTo>
                  <a:pt x="17100" y="21900"/>
                  <a:pt x="22043" y="16993"/>
                  <a:pt x="22043" y="10956"/>
                </a:cubicBezTo>
                <a:cubicBezTo>
                  <a:pt x="22043" y="4908"/>
                  <a:pt x="17100" y="0"/>
                  <a:pt x="1101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7856700" y="3856225"/>
            <a:ext cx="1287311" cy="1287254"/>
          </a:xfrm>
          <a:custGeom>
            <a:rect b="b" l="l" r="r" t="t"/>
            <a:pathLst>
              <a:path extrusionOk="0" h="22959" w="22959">
                <a:moveTo>
                  <a:pt x="0" y="0"/>
                </a:moveTo>
                <a:lnTo>
                  <a:pt x="0" y="22958"/>
                </a:lnTo>
                <a:lnTo>
                  <a:pt x="22958" y="22958"/>
                </a:lnTo>
                <a:lnTo>
                  <a:pt x="2295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 flipH="1">
            <a:off x="8440090" y="3356152"/>
            <a:ext cx="1107435" cy="1100251"/>
          </a:xfrm>
          <a:custGeom>
            <a:rect b="b" l="l" r="r" t="t"/>
            <a:pathLst>
              <a:path extrusionOk="0" h="21901" w="22044">
                <a:moveTo>
                  <a:pt x="11016" y="0"/>
                </a:moveTo>
                <a:cubicBezTo>
                  <a:pt x="4932" y="0"/>
                  <a:pt x="0" y="4908"/>
                  <a:pt x="0" y="10956"/>
                </a:cubicBezTo>
                <a:cubicBezTo>
                  <a:pt x="0" y="16993"/>
                  <a:pt x="4932" y="21900"/>
                  <a:pt x="11016" y="21900"/>
                </a:cubicBezTo>
                <a:cubicBezTo>
                  <a:pt x="17100" y="21900"/>
                  <a:pt x="22043" y="16993"/>
                  <a:pt x="22043" y="10956"/>
                </a:cubicBezTo>
                <a:cubicBezTo>
                  <a:pt x="22043" y="4908"/>
                  <a:pt x="17100" y="0"/>
                  <a:pt x="1101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title"/>
          </p:nvPr>
        </p:nvSpPr>
        <p:spPr>
          <a:xfrm>
            <a:off x="714600" y="410250"/>
            <a:ext cx="77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2184000" y="2343013"/>
            <a:ext cx="21105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5"/>
          <p:cNvSpPr txBox="1"/>
          <p:nvPr>
            <p:ph idx="2" type="body"/>
          </p:nvPr>
        </p:nvSpPr>
        <p:spPr>
          <a:xfrm>
            <a:off x="4849500" y="2343013"/>
            <a:ext cx="21105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" name="Google Shape;54;p5"/>
          <p:cNvSpPr txBox="1"/>
          <p:nvPr>
            <p:ph idx="3" type="subTitle"/>
          </p:nvPr>
        </p:nvSpPr>
        <p:spPr>
          <a:xfrm>
            <a:off x="2184000" y="1955213"/>
            <a:ext cx="2110500" cy="4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4" type="subTitle"/>
          </p:nvPr>
        </p:nvSpPr>
        <p:spPr>
          <a:xfrm>
            <a:off x="4849500" y="1955213"/>
            <a:ext cx="2110500" cy="4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6" name="Google Shape;56;p5"/>
          <p:cNvGrpSpPr/>
          <p:nvPr/>
        </p:nvGrpSpPr>
        <p:grpSpPr>
          <a:xfrm>
            <a:off x="1494" y="3846973"/>
            <a:ext cx="3434685" cy="1347693"/>
            <a:chOff x="1494" y="3846973"/>
            <a:chExt cx="3434685" cy="1347693"/>
          </a:xfrm>
        </p:grpSpPr>
        <p:sp>
          <p:nvSpPr>
            <p:cNvPr id="57" name="Google Shape;57;p5"/>
            <p:cNvSpPr/>
            <p:nvPr/>
          </p:nvSpPr>
          <p:spPr>
            <a:xfrm>
              <a:off x="1494" y="3861669"/>
              <a:ext cx="1280404" cy="1280404"/>
            </a:xfrm>
            <a:custGeom>
              <a:rect b="b" l="l" r="r" t="t"/>
              <a:pathLst>
                <a:path extrusionOk="0" h="47117" w="47117">
                  <a:moveTo>
                    <a:pt x="0" y="1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292808" y="4158160"/>
              <a:ext cx="724981" cy="725343"/>
            </a:xfrm>
            <a:custGeom>
              <a:rect b="b" l="l" r="r" t="t"/>
              <a:pathLst>
                <a:path extrusionOk="0" h="26061" w="26048">
                  <a:moveTo>
                    <a:pt x="0" y="1"/>
                  </a:moveTo>
                  <a:lnTo>
                    <a:pt x="0" y="26060"/>
                  </a:lnTo>
                  <a:lnTo>
                    <a:pt x="26048" y="26060"/>
                  </a:lnTo>
                  <a:lnTo>
                    <a:pt x="260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 rot="10800000">
              <a:off x="1281933" y="3859435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" name="Google Shape;60;p5"/>
            <p:cNvGrpSpPr/>
            <p:nvPr/>
          </p:nvGrpSpPr>
          <p:grpSpPr>
            <a:xfrm>
              <a:off x="2080605" y="3846973"/>
              <a:ext cx="1355574" cy="1347693"/>
              <a:chOff x="4659706" y="1568197"/>
              <a:chExt cx="874000" cy="868975"/>
            </a:xfrm>
          </p:grpSpPr>
          <p:sp>
            <p:nvSpPr>
              <p:cNvPr id="61" name="Google Shape;61;p5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5"/>
          <p:cNvGrpSpPr/>
          <p:nvPr/>
        </p:nvGrpSpPr>
        <p:grpSpPr>
          <a:xfrm>
            <a:off x="7834597" y="11"/>
            <a:ext cx="1309413" cy="1955219"/>
            <a:chOff x="7834597" y="11"/>
            <a:chExt cx="1309413" cy="1955219"/>
          </a:xfrm>
        </p:grpSpPr>
        <p:grpSp>
          <p:nvGrpSpPr>
            <p:cNvPr id="64" name="Google Shape;64;p5"/>
            <p:cNvGrpSpPr/>
            <p:nvPr/>
          </p:nvGrpSpPr>
          <p:grpSpPr>
            <a:xfrm flipH="1">
              <a:off x="7834597" y="11"/>
              <a:ext cx="1309413" cy="1278013"/>
              <a:chOff x="17" y="-17"/>
              <a:chExt cx="840553" cy="834212"/>
            </a:xfrm>
          </p:grpSpPr>
          <p:sp>
            <p:nvSpPr>
              <p:cNvPr id="65" name="Google Shape;65;p5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7" name="Google Shape;67;p5"/>
            <p:cNvSpPr/>
            <p:nvPr/>
          </p:nvSpPr>
          <p:spPr>
            <a:xfrm>
              <a:off x="8088098" y="899323"/>
              <a:ext cx="1055907" cy="1055907"/>
            </a:xfrm>
            <a:custGeom>
              <a:rect b="b" l="l" r="r" t="t"/>
              <a:pathLst>
                <a:path extrusionOk="0" h="35745" w="35745">
                  <a:moveTo>
                    <a:pt x="17872" y="0"/>
                  </a:moveTo>
                  <a:cubicBezTo>
                    <a:pt x="8009" y="0"/>
                    <a:pt x="0" y="8009"/>
                    <a:pt x="0" y="17872"/>
                  </a:cubicBezTo>
                  <a:cubicBezTo>
                    <a:pt x="0" y="27747"/>
                    <a:pt x="8009" y="35744"/>
                    <a:pt x="17872" y="35744"/>
                  </a:cubicBezTo>
                  <a:cubicBezTo>
                    <a:pt x="27735" y="35744"/>
                    <a:pt x="35744" y="27747"/>
                    <a:pt x="35744" y="17872"/>
                  </a:cubicBezTo>
                  <a:cubicBezTo>
                    <a:pt x="35744" y="8009"/>
                    <a:pt x="27735" y="0"/>
                    <a:pt x="178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>
            <p:ph type="title"/>
          </p:nvPr>
        </p:nvSpPr>
        <p:spPr>
          <a:xfrm>
            <a:off x="714750" y="406425"/>
            <a:ext cx="771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>
            <p:ph type="title"/>
          </p:nvPr>
        </p:nvSpPr>
        <p:spPr>
          <a:xfrm>
            <a:off x="713225" y="1338638"/>
            <a:ext cx="3117300" cy="142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7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713225" y="2702363"/>
            <a:ext cx="3117300" cy="11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5282096" y="-2850"/>
            <a:ext cx="3892714" cy="5150809"/>
            <a:chOff x="5282096" y="-2850"/>
            <a:chExt cx="3892714" cy="5150809"/>
          </a:xfrm>
        </p:grpSpPr>
        <p:grpSp>
          <p:nvGrpSpPr>
            <p:cNvPr id="74" name="Google Shape;74;p7"/>
            <p:cNvGrpSpPr/>
            <p:nvPr/>
          </p:nvGrpSpPr>
          <p:grpSpPr>
            <a:xfrm flipH="1">
              <a:off x="6551975" y="3861239"/>
              <a:ext cx="1311346" cy="1284436"/>
              <a:chOff x="17" y="-17"/>
              <a:chExt cx="840553" cy="834212"/>
            </a:xfrm>
          </p:grpSpPr>
          <p:sp>
            <p:nvSpPr>
              <p:cNvPr id="75" name="Google Shape;75;p7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7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7" name="Google Shape;77;p7"/>
            <p:cNvSpPr/>
            <p:nvPr/>
          </p:nvSpPr>
          <p:spPr>
            <a:xfrm flipH="1">
              <a:off x="6582971" y="10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7856700" y="-2850"/>
              <a:ext cx="1318110" cy="5145201"/>
            </a:xfrm>
            <a:custGeom>
              <a:rect b="b" l="l" r="r" t="t"/>
              <a:pathLst>
                <a:path extrusionOk="0" h="47545" w="47866">
                  <a:moveTo>
                    <a:pt x="1" y="0"/>
                  </a:moveTo>
                  <a:lnTo>
                    <a:pt x="1" y="47544"/>
                  </a:lnTo>
                  <a:lnTo>
                    <a:pt x="47865" y="47544"/>
                  </a:lnTo>
                  <a:lnTo>
                    <a:pt x="478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" name="Google Shape;79;p7"/>
            <p:cNvGrpSpPr/>
            <p:nvPr/>
          </p:nvGrpSpPr>
          <p:grpSpPr>
            <a:xfrm>
              <a:off x="6346078" y="-7"/>
              <a:ext cx="1517264" cy="1508454"/>
              <a:chOff x="4659706" y="1568197"/>
              <a:chExt cx="874000" cy="868975"/>
            </a:xfrm>
          </p:grpSpPr>
          <p:sp>
            <p:nvSpPr>
              <p:cNvPr id="80" name="Google Shape;80;p7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rgbClr val="AA8C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7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rgbClr val="AA8C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7"/>
            <p:cNvGrpSpPr/>
            <p:nvPr/>
          </p:nvGrpSpPr>
          <p:grpSpPr>
            <a:xfrm flipH="1">
              <a:off x="7863375" y="3865492"/>
              <a:ext cx="1311352" cy="1282468"/>
              <a:chOff x="17" y="-17"/>
              <a:chExt cx="840556" cy="837120"/>
            </a:xfrm>
          </p:grpSpPr>
          <p:sp>
            <p:nvSpPr>
              <p:cNvPr id="83" name="Google Shape;83;p7"/>
              <p:cNvSpPr/>
              <p:nvPr/>
            </p:nvSpPr>
            <p:spPr>
              <a:xfrm rot="5400000">
                <a:off x="5141" y="1671"/>
                <a:ext cx="837115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7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5" name="Google Shape;85;p7"/>
            <p:cNvSpPr/>
            <p:nvPr/>
          </p:nvSpPr>
          <p:spPr>
            <a:xfrm>
              <a:off x="7215425" y="2575275"/>
              <a:ext cx="641274" cy="1282433"/>
            </a:xfrm>
            <a:custGeom>
              <a:rect b="b" l="l" r="r" t="t"/>
              <a:pathLst>
                <a:path extrusionOk="0" h="47568" w="23707">
                  <a:moveTo>
                    <a:pt x="23707" y="1"/>
                  </a:moveTo>
                  <a:cubicBezTo>
                    <a:pt x="10612" y="1"/>
                    <a:pt x="0" y="10553"/>
                    <a:pt x="0" y="23564"/>
                  </a:cubicBezTo>
                  <a:lnTo>
                    <a:pt x="0" y="24028"/>
                  </a:lnTo>
                  <a:cubicBezTo>
                    <a:pt x="0" y="37040"/>
                    <a:pt x="10612" y="47568"/>
                    <a:pt x="23707" y="47568"/>
                  </a:cubicBezTo>
                  <a:lnTo>
                    <a:pt x="2370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7564648" y="2931041"/>
              <a:ext cx="617177" cy="613173"/>
            </a:xfrm>
            <a:custGeom>
              <a:rect b="b" l="l" r="r" t="t"/>
              <a:pathLst>
                <a:path extrusionOk="0" h="21901" w="22044">
                  <a:moveTo>
                    <a:pt x="11016" y="0"/>
                  </a:moveTo>
                  <a:cubicBezTo>
                    <a:pt x="4932" y="0"/>
                    <a:pt x="0" y="4908"/>
                    <a:pt x="0" y="10956"/>
                  </a:cubicBezTo>
                  <a:cubicBezTo>
                    <a:pt x="0" y="16993"/>
                    <a:pt x="4932" y="21900"/>
                    <a:pt x="11016" y="21900"/>
                  </a:cubicBezTo>
                  <a:cubicBezTo>
                    <a:pt x="17100" y="21900"/>
                    <a:pt x="22043" y="16993"/>
                    <a:pt x="22043" y="10956"/>
                  </a:cubicBezTo>
                  <a:cubicBezTo>
                    <a:pt x="22043" y="4908"/>
                    <a:pt x="17100" y="0"/>
                    <a:pt x="110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8156558" y="1407885"/>
              <a:ext cx="724981" cy="725343"/>
            </a:xfrm>
            <a:custGeom>
              <a:rect b="b" l="l" r="r" t="t"/>
              <a:pathLst>
                <a:path extrusionOk="0" h="26061" w="26048">
                  <a:moveTo>
                    <a:pt x="0" y="1"/>
                  </a:moveTo>
                  <a:lnTo>
                    <a:pt x="0" y="26060"/>
                  </a:lnTo>
                  <a:lnTo>
                    <a:pt x="26048" y="26060"/>
                  </a:lnTo>
                  <a:lnTo>
                    <a:pt x="260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6569400" y="2133225"/>
              <a:ext cx="1289007" cy="438508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5282096" y="2574035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713225" y="873175"/>
            <a:ext cx="4910100" cy="22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92" name="Google Shape;92;p8"/>
          <p:cNvSpPr txBox="1"/>
          <p:nvPr>
            <p:ph idx="1" type="subTitle"/>
          </p:nvPr>
        </p:nvSpPr>
        <p:spPr>
          <a:xfrm>
            <a:off x="713225" y="3159658"/>
            <a:ext cx="49101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3" name="Google Shape;93;p8"/>
          <p:cNvGrpSpPr/>
          <p:nvPr/>
        </p:nvGrpSpPr>
        <p:grpSpPr>
          <a:xfrm>
            <a:off x="6568683" y="973500"/>
            <a:ext cx="2575384" cy="4173453"/>
            <a:chOff x="6568683" y="973500"/>
            <a:chExt cx="2575384" cy="4173453"/>
          </a:xfrm>
        </p:grpSpPr>
        <p:sp>
          <p:nvSpPr>
            <p:cNvPr id="94" name="Google Shape;94;p8"/>
            <p:cNvSpPr/>
            <p:nvPr/>
          </p:nvSpPr>
          <p:spPr>
            <a:xfrm>
              <a:off x="7849100" y="2151100"/>
              <a:ext cx="1294968" cy="426025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" name="Google Shape;95;p8"/>
            <p:cNvGrpSpPr/>
            <p:nvPr/>
          </p:nvGrpSpPr>
          <p:grpSpPr>
            <a:xfrm flipH="1">
              <a:off x="7834572" y="2576811"/>
              <a:ext cx="1309413" cy="1278013"/>
              <a:chOff x="17" y="-17"/>
              <a:chExt cx="840553" cy="834212"/>
            </a:xfrm>
          </p:grpSpPr>
          <p:sp>
            <p:nvSpPr>
              <p:cNvPr id="96" name="Google Shape;96;p8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8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8" name="Google Shape;98;p8"/>
            <p:cNvSpPr/>
            <p:nvPr/>
          </p:nvSpPr>
          <p:spPr>
            <a:xfrm>
              <a:off x="7849100" y="3862050"/>
              <a:ext cx="1294923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 rot="10800000">
              <a:off x="6568683" y="2577135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" name="Google Shape;100;p8"/>
            <p:cNvGrpSpPr/>
            <p:nvPr/>
          </p:nvGrpSpPr>
          <p:grpSpPr>
            <a:xfrm>
              <a:off x="6861678" y="1909081"/>
              <a:ext cx="1517264" cy="1508454"/>
              <a:chOff x="4659706" y="1568197"/>
              <a:chExt cx="874000" cy="868975"/>
            </a:xfrm>
          </p:grpSpPr>
          <p:sp>
            <p:nvSpPr>
              <p:cNvPr id="101" name="Google Shape;101;p8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8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" name="Google Shape;103;p8"/>
            <p:cNvSpPr/>
            <p:nvPr/>
          </p:nvSpPr>
          <p:spPr>
            <a:xfrm>
              <a:off x="8545650" y="973500"/>
              <a:ext cx="598325" cy="1177600"/>
            </a:xfrm>
            <a:custGeom>
              <a:rect b="b" l="l" r="r" t="t"/>
              <a:pathLst>
                <a:path extrusionOk="0" h="47104" w="23933">
                  <a:moveTo>
                    <a:pt x="0" y="0"/>
                  </a:moveTo>
                  <a:lnTo>
                    <a:pt x="0" y="23172"/>
                  </a:lnTo>
                  <a:cubicBezTo>
                    <a:pt x="0" y="36374"/>
                    <a:pt x="10719" y="47104"/>
                    <a:pt x="23933" y="47104"/>
                  </a:cubicBezTo>
                  <a:lnTo>
                    <a:pt x="23933" y="23932"/>
                  </a:lnTo>
                  <a:cubicBezTo>
                    <a:pt x="23933" y="10707"/>
                    <a:pt x="13214" y="0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/>
          <p:nvPr>
            <p:ph type="title"/>
          </p:nvPr>
        </p:nvSpPr>
        <p:spPr>
          <a:xfrm>
            <a:off x="5717275" y="2107850"/>
            <a:ext cx="2695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6" name="Google Shape;106;p9"/>
          <p:cNvSpPr txBox="1"/>
          <p:nvPr>
            <p:ph idx="1" type="subTitle"/>
          </p:nvPr>
        </p:nvSpPr>
        <p:spPr>
          <a:xfrm>
            <a:off x="5717275" y="2903250"/>
            <a:ext cx="26952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9"/>
          <p:cNvSpPr txBox="1"/>
          <p:nvPr>
            <p:ph hasCustomPrompt="1" idx="2" type="title"/>
          </p:nvPr>
        </p:nvSpPr>
        <p:spPr>
          <a:xfrm>
            <a:off x="5717275" y="1518750"/>
            <a:ext cx="2695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grpSp>
        <p:nvGrpSpPr>
          <p:cNvPr id="108" name="Google Shape;108;p9"/>
          <p:cNvGrpSpPr/>
          <p:nvPr/>
        </p:nvGrpSpPr>
        <p:grpSpPr>
          <a:xfrm>
            <a:off x="-6" y="1286470"/>
            <a:ext cx="3855418" cy="2570562"/>
            <a:chOff x="-6" y="1286470"/>
            <a:chExt cx="3855418" cy="2570562"/>
          </a:xfrm>
        </p:grpSpPr>
        <p:grpSp>
          <p:nvGrpSpPr>
            <p:cNvPr id="109" name="Google Shape;109;p9"/>
            <p:cNvGrpSpPr/>
            <p:nvPr/>
          </p:nvGrpSpPr>
          <p:grpSpPr>
            <a:xfrm rot="10800000">
              <a:off x="2545998" y="1291325"/>
              <a:ext cx="1309413" cy="1278013"/>
              <a:chOff x="17" y="-17"/>
              <a:chExt cx="840553" cy="834212"/>
            </a:xfrm>
          </p:grpSpPr>
          <p:sp>
            <p:nvSpPr>
              <p:cNvPr id="110" name="Google Shape;110;p9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9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2" name="Google Shape;112;p9"/>
            <p:cNvSpPr/>
            <p:nvPr/>
          </p:nvSpPr>
          <p:spPr>
            <a:xfrm flipH="1" rot="10800000">
              <a:off x="1288338" y="1288577"/>
              <a:ext cx="1283514" cy="1283514"/>
            </a:xfrm>
            <a:custGeom>
              <a:rect b="b" l="l" r="r" t="t"/>
              <a:pathLst>
                <a:path extrusionOk="0" h="35745" w="35745">
                  <a:moveTo>
                    <a:pt x="17872" y="0"/>
                  </a:moveTo>
                  <a:cubicBezTo>
                    <a:pt x="8009" y="0"/>
                    <a:pt x="0" y="8009"/>
                    <a:pt x="0" y="17872"/>
                  </a:cubicBezTo>
                  <a:cubicBezTo>
                    <a:pt x="0" y="27747"/>
                    <a:pt x="8009" y="35744"/>
                    <a:pt x="17872" y="35744"/>
                  </a:cubicBezTo>
                  <a:cubicBezTo>
                    <a:pt x="27735" y="35744"/>
                    <a:pt x="35744" y="27747"/>
                    <a:pt x="35744" y="17872"/>
                  </a:cubicBezTo>
                  <a:cubicBezTo>
                    <a:pt x="35744" y="8009"/>
                    <a:pt x="27735" y="0"/>
                    <a:pt x="178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Google Shape;113;p9"/>
            <p:cNvGrpSpPr/>
            <p:nvPr/>
          </p:nvGrpSpPr>
          <p:grpSpPr>
            <a:xfrm rot="10800000">
              <a:off x="2571840" y="2569325"/>
              <a:ext cx="1283558" cy="1287708"/>
              <a:chOff x="3799150" y="2868025"/>
              <a:chExt cx="1178225" cy="1177925"/>
            </a:xfrm>
          </p:grpSpPr>
          <p:sp>
            <p:nvSpPr>
              <p:cNvPr id="114" name="Google Shape;114;p9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9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9"/>
            <p:cNvGrpSpPr/>
            <p:nvPr/>
          </p:nvGrpSpPr>
          <p:grpSpPr>
            <a:xfrm flipH="1" rot="10800000">
              <a:off x="1281827" y="2569325"/>
              <a:ext cx="1283558" cy="1287708"/>
              <a:chOff x="3799150" y="2868025"/>
              <a:chExt cx="1178225" cy="1177925"/>
            </a:xfrm>
          </p:grpSpPr>
          <p:sp>
            <p:nvSpPr>
              <p:cNvPr id="117" name="Google Shape;117;p9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9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9" name="Google Shape;119;p9"/>
            <p:cNvSpPr/>
            <p:nvPr/>
          </p:nvSpPr>
          <p:spPr>
            <a:xfrm rot="10800000">
              <a:off x="-6" y="1286470"/>
              <a:ext cx="1283231" cy="1287708"/>
            </a:xfrm>
            <a:custGeom>
              <a:rect b="b" l="l" r="r" t="t"/>
              <a:pathLst>
                <a:path extrusionOk="0" h="47117" w="47117">
                  <a:moveTo>
                    <a:pt x="0" y="0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/>
            <p:nvPr/>
          </p:nvSpPr>
          <p:spPr>
            <a:xfrm flipH="1" rot="10800000">
              <a:off x="271108" y="1567650"/>
              <a:ext cx="724981" cy="725343"/>
            </a:xfrm>
            <a:custGeom>
              <a:rect b="b" l="l" r="r" t="t"/>
              <a:pathLst>
                <a:path extrusionOk="0" h="26061" w="26048">
                  <a:moveTo>
                    <a:pt x="0" y="1"/>
                  </a:moveTo>
                  <a:lnTo>
                    <a:pt x="0" y="26060"/>
                  </a:lnTo>
                  <a:lnTo>
                    <a:pt x="26048" y="26060"/>
                  </a:lnTo>
                  <a:lnTo>
                    <a:pt x="260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 rot="10800000">
              <a:off x="1408" y="2570727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type="title"/>
          </p:nvPr>
        </p:nvSpPr>
        <p:spPr>
          <a:xfrm>
            <a:off x="4515475" y="411480"/>
            <a:ext cx="3897000" cy="20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24" name="Google Shape;124;p10"/>
          <p:cNvGrpSpPr/>
          <p:nvPr/>
        </p:nvGrpSpPr>
        <p:grpSpPr>
          <a:xfrm>
            <a:off x="11" y="1345190"/>
            <a:ext cx="1309413" cy="1278013"/>
            <a:chOff x="17" y="-17"/>
            <a:chExt cx="840553" cy="834212"/>
          </a:xfrm>
        </p:grpSpPr>
        <p:sp>
          <p:nvSpPr>
            <p:cNvPr id="125" name="Google Shape;125;p10"/>
            <p:cNvSpPr/>
            <p:nvPr/>
          </p:nvSpPr>
          <p:spPr>
            <a:xfrm rot="5400000">
              <a:off x="6588" y="215"/>
              <a:ext cx="834212" cy="833749"/>
            </a:xfrm>
            <a:custGeom>
              <a:rect b="b" l="l" r="r" t="t"/>
              <a:pathLst>
                <a:path extrusionOk="0" h="25225" w="25239">
                  <a:moveTo>
                    <a:pt x="0" y="0"/>
                  </a:moveTo>
                  <a:lnTo>
                    <a:pt x="0" y="25224"/>
                  </a:lnTo>
                  <a:lnTo>
                    <a:pt x="25238" y="25224"/>
                  </a:lnTo>
                  <a:lnTo>
                    <a:pt x="25238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0"/>
            <p:cNvSpPr/>
            <p:nvPr/>
          </p:nvSpPr>
          <p:spPr>
            <a:xfrm rot="5400000">
              <a:off x="17" y="-17"/>
              <a:ext cx="832890" cy="832890"/>
            </a:xfrm>
            <a:custGeom>
              <a:rect b="b" l="l" r="r" t="t"/>
              <a:pathLst>
                <a:path extrusionOk="0" h="25199" w="25199">
                  <a:moveTo>
                    <a:pt x="0" y="1"/>
                  </a:moveTo>
                  <a:lnTo>
                    <a:pt x="0" y="25199"/>
                  </a:lnTo>
                  <a:lnTo>
                    <a:pt x="25198" y="25199"/>
                  </a:lnTo>
                  <a:cubicBezTo>
                    <a:pt x="25198" y="11279"/>
                    <a:pt x="1392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" name="Google Shape;127;p10"/>
          <p:cNvGrpSpPr/>
          <p:nvPr/>
        </p:nvGrpSpPr>
        <p:grpSpPr>
          <a:xfrm>
            <a:off x="-1" y="2630449"/>
            <a:ext cx="1290080" cy="1278013"/>
            <a:chOff x="17" y="-17"/>
            <a:chExt cx="840553" cy="834212"/>
          </a:xfrm>
        </p:grpSpPr>
        <p:sp>
          <p:nvSpPr>
            <p:cNvPr id="128" name="Google Shape;128;p10"/>
            <p:cNvSpPr/>
            <p:nvPr/>
          </p:nvSpPr>
          <p:spPr>
            <a:xfrm rot="5400000">
              <a:off x="6588" y="215"/>
              <a:ext cx="834212" cy="833749"/>
            </a:xfrm>
            <a:custGeom>
              <a:rect b="b" l="l" r="r" t="t"/>
              <a:pathLst>
                <a:path extrusionOk="0" h="25225" w="25239">
                  <a:moveTo>
                    <a:pt x="0" y="0"/>
                  </a:moveTo>
                  <a:lnTo>
                    <a:pt x="0" y="25224"/>
                  </a:lnTo>
                  <a:lnTo>
                    <a:pt x="25238" y="25224"/>
                  </a:lnTo>
                  <a:lnTo>
                    <a:pt x="25238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0"/>
            <p:cNvSpPr/>
            <p:nvPr/>
          </p:nvSpPr>
          <p:spPr>
            <a:xfrm rot="5400000">
              <a:off x="17" y="-17"/>
              <a:ext cx="832890" cy="832890"/>
            </a:xfrm>
            <a:custGeom>
              <a:rect b="b" l="l" r="r" t="t"/>
              <a:pathLst>
                <a:path extrusionOk="0" h="25199" w="25199">
                  <a:moveTo>
                    <a:pt x="0" y="1"/>
                  </a:moveTo>
                  <a:lnTo>
                    <a:pt x="0" y="25199"/>
                  </a:lnTo>
                  <a:lnTo>
                    <a:pt x="25198" y="25199"/>
                  </a:lnTo>
                  <a:cubicBezTo>
                    <a:pt x="25198" y="11279"/>
                    <a:pt x="1392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10"/>
          <p:cNvGrpSpPr/>
          <p:nvPr/>
        </p:nvGrpSpPr>
        <p:grpSpPr>
          <a:xfrm rot="10800000">
            <a:off x="7860453" y="3859178"/>
            <a:ext cx="1283558" cy="1337063"/>
            <a:chOff x="3799150" y="2868025"/>
            <a:chExt cx="1178225" cy="1177925"/>
          </a:xfrm>
        </p:grpSpPr>
        <p:sp>
          <p:nvSpPr>
            <p:cNvPr id="131" name="Google Shape;131;p10"/>
            <p:cNvSpPr/>
            <p:nvPr/>
          </p:nvSpPr>
          <p:spPr>
            <a:xfrm>
              <a:off x="3799150" y="2868025"/>
              <a:ext cx="1177925" cy="1177925"/>
            </a:xfrm>
            <a:custGeom>
              <a:rect b="b" l="l" r="r" t="t"/>
              <a:pathLst>
                <a:path extrusionOk="0" h="47117" w="47117">
                  <a:moveTo>
                    <a:pt x="0" y="0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0"/>
            <p:cNvSpPr/>
            <p:nvPr/>
          </p:nvSpPr>
          <p:spPr>
            <a:xfrm>
              <a:off x="4389425" y="2869200"/>
              <a:ext cx="587950" cy="1175850"/>
            </a:xfrm>
            <a:custGeom>
              <a:rect b="b" l="l" r="r" t="t"/>
              <a:pathLst>
                <a:path extrusionOk="0" h="47034" w="23518">
                  <a:moveTo>
                    <a:pt x="23517" y="1"/>
                  </a:moveTo>
                  <a:cubicBezTo>
                    <a:pt x="10529" y="1"/>
                    <a:pt x="1" y="10541"/>
                    <a:pt x="1" y="23517"/>
                  </a:cubicBezTo>
                  <a:cubicBezTo>
                    <a:pt x="1" y="36505"/>
                    <a:pt x="10529" y="47033"/>
                    <a:pt x="23517" y="47033"/>
                  </a:cubicBezTo>
                  <a:lnTo>
                    <a:pt x="23517" y="1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" name="Google Shape;133;p10"/>
          <p:cNvGrpSpPr/>
          <p:nvPr/>
        </p:nvGrpSpPr>
        <p:grpSpPr>
          <a:xfrm flipH="1" rot="10800000">
            <a:off x="6570411" y="3859178"/>
            <a:ext cx="1283558" cy="1337063"/>
            <a:chOff x="3799150" y="2868025"/>
            <a:chExt cx="1178225" cy="1177925"/>
          </a:xfrm>
        </p:grpSpPr>
        <p:sp>
          <p:nvSpPr>
            <p:cNvPr id="134" name="Google Shape;134;p10"/>
            <p:cNvSpPr/>
            <p:nvPr/>
          </p:nvSpPr>
          <p:spPr>
            <a:xfrm>
              <a:off x="3799150" y="2868025"/>
              <a:ext cx="1177925" cy="1177925"/>
            </a:xfrm>
            <a:custGeom>
              <a:rect b="b" l="l" r="r" t="t"/>
              <a:pathLst>
                <a:path extrusionOk="0" h="47117" w="47117">
                  <a:moveTo>
                    <a:pt x="0" y="0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4389425" y="2869200"/>
              <a:ext cx="587950" cy="1175850"/>
            </a:xfrm>
            <a:custGeom>
              <a:rect b="b" l="l" r="r" t="t"/>
              <a:pathLst>
                <a:path extrusionOk="0" h="47034" w="23518">
                  <a:moveTo>
                    <a:pt x="23517" y="1"/>
                  </a:moveTo>
                  <a:cubicBezTo>
                    <a:pt x="10529" y="1"/>
                    <a:pt x="1" y="10541"/>
                    <a:pt x="1" y="23517"/>
                  </a:cubicBezTo>
                  <a:cubicBezTo>
                    <a:pt x="1" y="36505"/>
                    <a:pt x="10529" y="47033"/>
                    <a:pt x="23517" y="47033"/>
                  </a:cubicBezTo>
                  <a:lnTo>
                    <a:pt x="23517" y="1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0"/>
          <p:cNvSpPr/>
          <p:nvPr/>
        </p:nvSpPr>
        <p:spPr>
          <a:xfrm flipH="1" rot="10800000">
            <a:off x="5290000" y="3860533"/>
            <a:ext cx="1280416" cy="1334161"/>
          </a:xfrm>
          <a:custGeom>
            <a:rect b="b" l="l" r="r" t="t"/>
            <a:pathLst>
              <a:path extrusionOk="0" h="23767" w="23684">
                <a:moveTo>
                  <a:pt x="1" y="1"/>
                </a:moveTo>
                <a:lnTo>
                  <a:pt x="1" y="23767"/>
                </a:lnTo>
                <a:lnTo>
                  <a:pt x="236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10"/>
          <p:cNvGrpSpPr/>
          <p:nvPr/>
        </p:nvGrpSpPr>
        <p:grpSpPr>
          <a:xfrm flipH="1">
            <a:off x="478440" y="3078234"/>
            <a:ext cx="1544096" cy="1534697"/>
            <a:chOff x="4659706" y="1568197"/>
            <a:chExt cx="874000" cy="868975"/>
          </a:xfrm>
        </p:grpSpPr>
        <p:sp>
          <p:nvSpPr>
            <p:cNvPr id="138" name="Google Shape;138;p10"/>
            <p:cNvSpPr/>
            <p:nvPr/>
          </p:nvSpPr>
          <p:spPr>
            <a:xfrm>
              <a:off x="4659706" y="1568197"/>
              <a:ext cx="874000" cy="868975"/>
            </a:xfrm>
            <a:custGeom>
              <a:rect b="b" l="l" r="r" t="t"/>
              <a:pathLst>
                <a:path extrusionOk="0" h="34759" w="34960">
                  <a:moveTo>
                    <a:pt x="17480" y="1141"/>
                  </a:moveTo>
                  <a:cubicBezTo>
                    <a:pt x="26499" y="1141"/>
                    <a:pt x="33831" y="8425"/>
                    <a:pt x="33819" y="17385"/>
                  </a:cubicBezTo>
                  <a:cubicBezTo>
                    <a:pt x="33819" y="26333"/>
                    <a:pt x="26499" y="33617"/>
                    <a:pt x="17480" y="33617"/>
                  </a:cubicBezTo>
                  <a:cubicBezTo>
                    <a:pt x="8485" y="33617"/>
                    <a:pt x="1141" y="26333"/>
                    <a:pt x="1141" y="17385"/>
                  </a:cubicBezTo>
                  <a:cubicBezTo>
                    <a:pt x="1141" y="8425"/>
                    <a:pt x="8461" y="1141"/>
                    <a:pt x="17480" y="1141"/>
                  </a:cubicBezTo>
                  <a:close/>
                  <a:moveTo>
                    <a:pt x="17480" y="0"/>
                  </a:moveTo>
                  <a:cubicBezTo>
                    <a:pt x="7843" y="0"/>
                    <a:pt x="0" y="7796"/>
                    <a:pt x="0" y="17385"/>
                  </a:cubicBezTo>
                  <a:cubicBezTo>
                    <a:pt x="0" y="26963"/>
                    <a:pt x="7843" y="34758"/>
                    <a:pt x="17480" y="34758"/>
                  </a:cubicBezTo>
                  <a:cubicBezTo>
                    <a:pt x="27117" y="34758"/>
                    <a:pt x="34960" y="26963"/>
                    <a:pt x="34960" y="17385"/>
                  </a:cubicBezTo>
                  <a:cubicBezTo>
                    <a:pt x="34960" y="7796"/>
                    <a:pt x="27117" y="0"/>
                    <a:pt x="17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0"/>
            <p:cNvSpPr/>
            <p:nvPr/>
          </p:nvSpPr>
          <p:spPr>
            <a:xfrm>
              <a:off x="4812381" y="1719997"/>
              <a:ext cx="568925" cy="565350"/>
            </a:xfrm>
            <a:custGeom>
              <a:rect b="b" l="l" r="r" t="t"/>
              <a:pathLst>
                <a:path extrusionOk="0" h="22614" w="22757">
                  <a:moveTo>
                    <a:pt x="11373" y="1130"/>
                  </a:moveTo>
                  <a:cubicBezTo>
                    <a:pt x="17017" y="1130"/>
                    <a:pt x="21604" y="5693"/>
                    <a:pt x="21604" y="11313"/>
                  </a:cubicBezTo>
                  <a:cubicBezTo>
                    <a:pt x="21604" y="16922"/>
                    <a:pt x="17017" y="21485"/>
                    <a:pt x="11373" y="21485"/>
                  </a:cubicBezTo>
                  <a:cubicBezTo>
                    <a:pt x="5729" y="21485"/>
                    <a:pt x="1142" y="16922"/>
                    <a:pt x="1142" y="11313"/>
                  </a:cubicBezTo>
                  <a:cubicBezTo>
                    <a:pt x="1142" y="5693"/>
                    <a:pt x="5729" y="1130"/>
                    <a:pt x="11373" y="1130"/>
                  </a:cubicBezTo>
                  <a:close/>
                  <a:moveTo>
                    <a:pt x="11373" y="1"/>
                  </a:moveTo>
                  <a:cubicBezTo>
                    <a:pt x="5111" y="1"/>
                    <a:pt x="1" y="5063"/>
                    <a:pt x="1" y="11301"/>
                  </a:cubicBezTo>
                  <a:cubicBezTo>
                    <a:pt x="1" y="17540"/>
                    <a:pt x="5111" y="22614"/>
                    <a:pt x="11373" y="22614"/>
                  </a:cubicBezTo>
                  <a:cubicBezTo>
                    <a:pt x="17659" y="22614"/>
                    <a:pt x="22757" y="17552"/>
                    <a:pt x="22757" y="11301"/>
                  </a:cubicBezTo>
                  <a:cubicBezTo>
                    <a:pt x="22757" y="5063"/>
                    <a:pt x="17647" y="1"/>
                    <a:pt x="11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>
            <p:ph hasCustomPrompt="1" type="title"/>
          </p:nvPr>
        </p:nvSpPr>
        <p:spPr>
          <a:xfrm>
            <a:off x="783925" y="1202600"/>
            <a:ext cx="5648700" cy="17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8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2" name="Google Shape;142;p11"/>
          <p:cNvSpPr txBox="1"/>
          <p:nvPr>
            <p:ph idx="1" type="body"/>
          </p:nvPr>
        </p:nvSpPr>
        <p:spPr>
          <a:xfrm>
            <a:off x="783925" y="2940500"/>
            <a:ext cx="26025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43" name="Google Shape;143;p11"/>
          <p:cNvGrpSpPr/>
          <p:nvPr/>
        </p:nvGrpSpPr>
        <p:grpSpPr>
          <a:xfrm>
            <a:off x="6568683" y="973500"/>
            <a:ext cx="2575384" cy="4173453"/>
            <a:chOff x="6568683" y="973500"/>
            <a:chExt cx="2575384" cy="4173453"/>
          </a:xfrm>
        </p:grpSpPr>
        <p:grpSp>
          <p:nvGrpSpPr>
            <p:cNvPr id="144" name="Google Shape;144;p11"/>
            <p:cNvGrpSpPr/>
            <p:nvPr/>
          </p:nvGrpSpPr>
          <p:grpSpPr>
            <a:xfrm flipH="1">
              <a:off x="7834572" y="2576811"/>
              <a:ext cx="1309413" cy="1278013"/>
              <a:chOff x="17" y="-17"/>
              <a:chExt cx="840553" cy="834212"/>
            </a:xfrm>
          </p:grpSpPr>
          <p:sp>
            <p:nvSpPr>
              <p:cNvPr id="145" name="Google Shape;145;p11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7" name="Google Shape;147;p11"/>
            <p:cNvSpPr/>
            <p:nvPr/>
          </p:nvSpPr>
          <p:spPr>
            <a:xfrm>
              <a:off x="7849100" y="2151100"/>
              <a:ext cx="1294968" cy="426025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7849100" y="3862050"/>
              <a:ext cx="1294923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10800000">
              <a:off x="6568683" y="2577135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>
              <a:off x="8545650" y="973500"/>
              <a:ext cx="598325" cy="1177600"/>
            </a:xfrm>
            <a:custGeom>
              <a:rect b="b" l="l" r="r" t="t"/>
              <a:pathLst>
                <a:path extrusionOk="0" h="47104" w="23933">
                  <a:moveTo>
                    <a:pt x="0" y="0"/>
                  </a:moveTo>
                  <a:lnTo>
                    <a:pt x="0" y="23172"/>
                  </a:lnTo>
                  <a:cubicBezTo>
                    <a:pt x="0" y="36374"/>
                    <a:pt x="10719" y="47104"/>
                    <a:pt x="23933" y="47104"/>
                  </a:cubicBezTo>
                  <a:lnTo>
                    <a:pt x="23933" y="23932"/>
                  </a:lnTo>
                  <a:cubicBezTo>
                    <a:pt x="23933" y="10707"/>
                    <a:pt x="13214" y="0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" name="Google Shape;151;p11"/>
          <p:cNvGrpSpPr/>
          <p:nvPr/>
        </p:nvGrpSpPr>
        <p:grpSpPr>
          <a:xfrm>
            <a:off x="-3" y="11"/>
            <a:ext cx="1432287" cy="1394044"/>
            <a:chOff x="-3" y="11"/>
            <a:chExt cx="1432287" cy="1394044"/>
          </a:xfrm>
        </p:grpSpPr>
        <p:grpSp>
          <p:nvGrpSpPr>
            <p:cNvPr id="152" name="Google Shape;152;p11"/>
            <p:cNvGrpSpPr/>
            <p:nvPr/>
          </p:nvGrpSpPr>
          <p:grpSpPr>
            <a:xfrm>
              <a:off x="-3" y="11"/>
              <a:ext cx="1309413" cy="1278013"/>
              <a:chOff x="17" y="-17"/>
              <a:chExt cx="840553" cy="834212"/>
            </a:xfrm>
          </p:grpSpPr>
          <p:sp>
            <p:nvSpPr>
              <p:cNvPr id="153" name="Google Shape;153;p11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1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5" name="Google Shape;155;p11"/>
            <p:cNvSpPr/>
            <p:nvPr/>
          </p:nvSpPr>
          <p:spPr>
            <a:xfrm flipH="1">
              <a:off x="376377" y="338148"/>
              <a:ext cx="1055907" cy="1055907"/>
            </a:xfrm>
            <a:custGeom>
              <a:rect b="b" l="l" r="r" t="t"/>
              <a:pathLst>
                <a:path extrusionOk="0" h="35745" w="35745">
                  <a:moveTo>
                    <a:pt x="17872" y="0"/>
                  </a:moveTo>
                  <a:cubicBezTo>
                    <a:pt x="8009" y="0"/>
                    <a:pt x="0" y="8009"/>
                    <a:pt x="0" y="17872"/>
                  </a:cubicBezTo>
                  <a:cubicBezTo>
                    <a:pt x="0" y="27747"/>
                    <a:pt x="8009" y="35744"/>
                    <a:pt x="17872" y="35744"/>
                  </a:cubicBezTo>
                  <a:cubicBezTo>
                    <a:pt x="27735" y="35744"/>
                    <a:pt x="35744" y="27747"/>
                    <a:pt x="35744" y="17872"/>
                  </a:cubicBezTo>
                  <a:cubicBezTo>
                    <a:pt x="35744" y="8009"/>
                    <a:pt x="27735" y="0"/>
                    <a:pt x="178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11"/>
          <p:cNvGrpSpPr/>
          <p:nvPr/>
        </p:nvGrpSpPr>
        <p:grpSpPr>
          <a:xfrm>
            <a:off x="6861678" y="1909081"/>
            <a:ext cx="1517264" cy="1508454"/>
            <a:chOff x="6861678" y="1909081"/>
            <a:chExt cx="1517264" cy="1508454"/>
          </a:xfrm>
        </p:grpSpPr>
        <p:sp>
          <p:nvSpPr>
            <p:cNvPr id="157" name="Google Shape;157;p11"/>
            <p:cNvSpPr/>
            <p:nvPr/>
          </p:nvSpPr>
          <p:spPr>
            <a:xfrm>
              <a:off x="6861678" y="1909081"/>
              <a:ext cx="1517264" cy="1508454"/>
            </a:xfrm>
            <a:custGeom>
              <a:rect b="b" l="l" r="r" t="t"/>
              <a:pathLst>
                <a:path extrusionOk="0" h="34759" w="34960">
                  <a:moveTo>
                    <a:pt x="17480" y="1141"/>
                  </a:moveTo>
                  <a:cubicBezTo>
                    <a:pt x="26499" y="1141"/>
                    <a:pt x="33831" y="8425"/>
                    <a:pt x="33819" y="17385"/>
                  </a:cubicBezTo>
                  <a:cubicBezTo>
                    <a:pt x="33819" y="26333"/>
                    <a:pt x="26499" y="33617"/>
                    <a:pt x="17480" y="33617"/>
                  </a:cubicBezTo>
                  <a:cubicBezTo>
                    <a:pt x="8485" y="33617"/>
                    <a:pt x="1141" y="26333"/>
                    <a:pt x="1141" y="17385"/>
                  </a:cubicBezTo>
                  <a:cubicBezTo>
                    <a:pt x="1141" y="8425"/>
                    <a:pt x="8461" y="1141"/>
                    <a:pt x="17480" y="1141"/>
                  </a:cubicBezTo>
                  <a:close/>
                  <a:moveTo>
                    <a:pt x="17480" y="0"/>
                  </a:moveTo>
                  <a:cubicBezTo>
                    <a:pt x="7843" y="0"/>
                    <a:pt x="0" y="7796"/>
                    <a:pt x="0" y="17385"/>
                  </a:cubicBezTo>
                  <a:cubicBezTo>
                    <a:pt x="0" y="26963"/>
                    <a:pt x="7843" y="34758"/>
                    <a:pt x="17480" y="34758"/>
                  </a:cubicBezTo>
                  <a:cubicBezTo>
                    <a:pt x="27117" y="34758"/>
                    <a:pt x="34960" y="26963"/>
                    <a:pt x="34960" y="17385"/>
                  </a:cubicBezTo>
                  <a:cubicBezTo>
                    <a:pt x="34960" y="7796"/>
                    <a:pt x="27117" y="0"/>
                    <a:pt x="174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7126721" y="2172590"/>
              <a:ext cx="987654" cy="981391"/>
            </a:xfrm>
            <a:custGeom>
              <a:rect b="b" l="l" r="r" t="t"/>
              <a:pathLst>
                <a:path extrusionOk="0" h="22614" w="22757">
                  <a:moveTo>
                    <a:pt x="11373" y="1130"/>
                  </a:moveTo>
                  <a:cubicBezTo>
                    <a:pt x="17017" y="1130"/>
                    <a:pt x="21604" y="5693"/>
                    <a:pt x="21604" y="11313"/>
                  </a:cubicBezTo>
                  <a:cubicBezTo>
                    <a:pt x="21604" y="16922"/>
                    <a:pt x="17017" y="21485"/>
                    <a:pt x="11373" y="21485"/>
                  </a:cubicBezTo>
                  <a:cubicBezTo>
                    <a:pt x="5729" y="21485"/>
                    <a:pt x="1142" y="16922"/>
                    <a:pt x="1142" y="11313"/>
                  </a:cubicBezTo>
                  <a:cubicBezTo>
                    <a:pt x="1142" y="5693"/>
                    <a:pt x="5729" y="1130"/>
                    <a:pt x="11373" y="1130"/>
                  </a:cubicBezTo>
                  <a:close/>
                  <a:moveTo>
                    <a:pt x="11373" y="1"/>
                  </a:moveTo>
                  <a:cubicBezTo>
                    <a:pt x="5111" y="1"/>
                    <a:pt x="1" y="5063"/>
                    <a:pt x="1" y="11301"/>
                  </a:cubicBezTo>
                  <a:cubicBezTo>
                    <a:pt x="1" y="17540"/>
                    <a:pt x="5111" y="22614"/>
                    <a:pt x="11373" y="22614"/>
                  </a:cubicBezTo>
                  <a:cubicBezTo>
                    <a:pt x="17659" y="22614"/>
                    <a:pt x="22757" y="17552"/>
                    <a:pt x="22757" y="11301"/>
                  </a:cubicBezTo>
                  <a:cubicBezTo>
                    <a:pt x="22757" y="5063"/>
                    <a:pt x="17647" y="1"/>
                    <a:pt x="11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CUSTOM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type="title"/>
          </p:nvPr>
        </p:nvSpPr>
        <p:spPr>
          <a:xfrm>
            <a:off x="4418875" y="1967900"/>
            <a:ext cx="3993600" cy="12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" name="Google Shape;162;p13"/>
          <p:cNvSpPr txBox="1"/>
          <p:nvPr>
            <p:ph idx="1" type="subTitle"/>
          </p:nvPr>
        </p:nvSpPr>
        <p:spPr>
          <a:xfrm>
            <a:off x="5422375" y="3022200"/>
            <a:ext cx="2990100" cy="6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3" name="Google Shape;163;p13"/>
          <p:cNvGrpSpPr/>
          <p:nvPr/>
        </p:nvGrpSpPr>
        <p:grpSpPr>
          <a:xfrm>
            <a:off x="6569405" y="3859050"/>
            <a:ext cx="2574594" cy="1419613"/>
            <a:chOff x="6569405" y="3859050"/>
            <a:chExt cx="2574594" cy="1419613"/>
          </a:xfrm>
        </p:grpSpPr>
        <p:sp>
          <p:nvSpPr>
            <p:cNvPr id="164" name="Google Shape;164;p13"/>
            <p:cNvSpPr/>
            <p:nvPr/>
          </p:nvSpPr>
          <p:spPr>
            <a:xfrm>
              <a:off x="7724386" y="3859050"/>
              <a:ext cx="1419613" cy="1419613"/>
            </a:xfrm>
            <a:custGeom>
              <a:rect b="b" l="l" r="r" t="t"/>
              <a:pathLst>
                <a:path extrusionOk="0" h="35745" w="35745">
                  <a:moveTo>
                    <a:pt x="17872" y="0"/>
                  </a:moveTo>
                  <a:cubicBezTo>
                    <a:pt x="8009" y="0"/>
                    <a:pt x="0" y="8009"/>
                    <a:pt x="0" y="17872"/>
                  </a:cubicBezTo>
                  <a:cubicBezTo>
                    <a:pt x="0" y="27747"/>
                    <a:pt x="8009" y="35744"/>
                    <a:pt x="17872" y="35744"/>
                  </a:cubicBezTo>
                  <a:cubicBezTo>
                    <a:pt x="27735" y="35744"/>
                    <a:pt x="35744" y="27747"/>
                    <a:pt x="35744" y="17872"/>
                  </a:cubicBezTo>
                  <a:cubicBezTo>
                    <a:pt x="35744" y="8009"/>
                    <a:pt x="27735" y="0"/>
                    <a:pt x="178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6569405" y="4333271"/>
              <a:ext cx="1432309" cy="471184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14"/>
          <p:cNvGrpSpPr/>
          <p:nvPr/>
        </p:nvGrpSpPr>
        <p:grpSpPr>
          <a:xfrm>
            <a:off x="6525567" y="-12252"/>
            <a:ext cx="2641892" cy="5166511"/>
            <a:chOff x="6525567" y="-12252"/>
            <a:chExt cx="2641892" cy="5166511"/>
          </a:xfrm>
        </p:grpSpPr>
        <p:grpSp>
          <p:nvGrpSpPr>
            <p:cNvPr id="168" name="Google Shape;168;p14"/>
            <p:cNvGrpSpPr/>
            <p:nvPr/>
          </p:nvGrpSpPr>
          <p:grpSpPr>
            <a:xfrm rot="10800000">
              <a:off x="6525567" y="-12252"/>
              <a:ext cx="1320928" cy="1289525"/>
              <a:chOff x="17" y="-17"/>
              <a:chExt cx="840553" cy="834212"/>
            </a:xfrm>
          </p:grpSpPr>
          <p:sp>
            <p:nvSpPr>
              <p:cNvPr id="169" name="Google Shape;169;p14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4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14"/>
            <p:cNvGrpSpPr/>
            <p:nvPr/>
          </p:nvGrpSpPr>
          <p:grpSpPr>
            <a:xfrm flipH="1" rot="-5400000">
              <a:off x="7848635" y="-12170"/>
              <a:ext cx="1292984" cy="1297131"/>
              <a:chOff x="3799150" y="2868025"/>
              <a:chExt cx="1178225" cy="1177925"/>
            </a:xfrm>
          </p:grpSpPr>
          <p:sp>
            <p:nvSpPr>
              <p:cNvPr id="172" name="Google Shape;172;p14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4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4"/>
            <p:cNvGrpSpPr/>
            <p:nvPr/>
          </p:nvGrpSpPr>
          <p:grpSpPr>
            <a:xfrm rot="-5400000">
              <a:off x="7849478" y="1277006"/>
              <a:ext cx="1295764" cy="1301843"/>
              <a:chOff x="3799150" y="2868025"/>
              <a:chExt cx="1180758" cy="1177925"/>
            </a:xfrm>
          </p:grpSpPr>
          <p:sp>
            <p:nvSpPr>
              <p:cNvPr id="175" name="Google Shape;175;p14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4"/>
              <p:cNvSpPr/>
              <p:nvPr/>
            </p:nvSpPr>
            <p:spPr>
              <a:xfrm>
                <a:off x="4391958" y="2868593"/>
                <a:ext cx="587950" cy="1172558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7" name="Google Shape;177;p14"/>
            <p:cNvGrpSpPr/>
            <p:nvPr/>
          </p:nvGrpSpPr>
          <p:grpSpPr>
            <a:xfrm>
              <a:off x="7846530" y="2570646"/>
              <a:ext cx="1320928" cy="1293362"/>
              <a:chOff x="17" y="-17"/>
              <a:chExt cx="840553" cy="834212"/>
            </a:xfrm>
          </p:grpSpPr>
          <p:sp>
            <p:nvSpPr>
              <p:cNvPr id="178" name="Google Shape;178;p14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4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0" name="Google Shape;180;p14"/>
            <p:cNvSpPr/>
            <p:nvPr/>
          </p:nvSpPr>
          <p:spPr>
            <a:xfrm flipH="1" rot="10800000">
              <a:off x="7846540" y="3859967"/>
              <a:ext cx="1307534" cy="1294291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" name="Google Shape;181;p14"/>
          <p:cNvGrpSpPr/>
          <p:nvPr/>
        </p:nvGrpSpPr>
        <p:grpSpPr>
          <a:xfrm flipH="1">
            <a:off x="6525567" y="3860059"/>
            <a:ext cx="1320928" cy="1295698"/>
            <a:chOff x="17" y="-17"/>
            <a:chExt cx="840553" cy="834212"/>
          </a:xfrm>
        </p:grpSpPr>
        <p:sp>
          <p:nvSpPr>
            <p:cNvPr id="182" name="Google Shape;182;p14"/>
            <p:cNvSpPr/>
            <p:nvPr/>
          </p:nvSpPr>
          <p:spPr>
            <a:xfrm rot="5400000">
              <a:off x="6588" y="215"/>
              <a:ext cx="834212" cy="833749"/>
            </a:xfrm>
            <a:custGeom>
              <a:rect b="b" l="l" r="r" t="t"/>
              <a:pathLst>
                <a:path extrusionOk="0" h="25225" w="25239">
                  <a:moveTo>
                    <a:pt x="0" y="0"/>
                  </a:moveTo>
                  <a:lnTo>
                    <a:pt x="0" y="25224"/>
                  </a:lnTo>
                  <a:lnTo>
                    <a:pt x="25238" y="25224"/>
                  </a:lnTo>
                  <a:lnTo>
                    <a:pt x="25238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 rot="5400000">
              <a:off x="17" y="-17"/>
              <a:ext cx="832890" cy="832890"/>
            </a:xfrm>
            <a:custGeom>
              <a:rect b="b" l="l" r="r" t="t"/>
              <a:pathLst>
                <a:path extrusionOk="0" h="25199" w="25199">
                  <a:moveTo>
                    <a:pt x="0" y="1"/>
                  </a:moveTo>
                  <a:lnTo>
                    <a:pt x="0" y="25199"/>
                  </a:lnTo>
                  <a:lnTo>
                    <a:pt x="25198" y="25199"/>
                  </a:lnTo>
                  <a:cubicBezTo>
                    <a:pt x="25198" y="11279"/>
                    <a:pt x="13920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" name="Google Shape;184;p14"/>
          <p:cNvSpPr txBox="1"/>
          <p:nvPr>
            <p:ph type="title"/>
          </p:nvPr>
        </p:nvSpPr>
        <p:spPr>
          <a:xfrm>
            <a:off x="713225" y="411875"/>
            <a:ext cx="585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14"/>
          <p:cNvSpPr txBox="1"/>
          <p:nvPr>
            <p:ph idx="1" type="subTitle"/>
          </p:nvPr>
        </p:nvSpPr>
        <p:spPr>
          <a:xfrm>
            <a:off x="1418562" y="1532038"/>
            <a:ext cx="21678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4"/>
          <p:cNvSpPr txBox="1"/>
          <p:nvPr>
            <p:ph idx="2" type="subTitle"/>
          </p:nvPr>
        </p:nvSpPr>
        <p:spPr>
          <a:xfrm>
            <a:off x="4228149" y="1532038"/>
            <a:ext cx="21678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4"/>
          <p:cNvSpPr txBox="1"/>
          <p:nvPr>
            <p:ph idx="3" type="subTitle"/>
          </p:nvPr>
        </p:nvSpPr>
        <p:spPr>
          <a:xfrm>
            <a:off x="1418562" y="2937463"/>
            <a:ext cx="21678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4"/>
          <p:cNvSpPr txBox="1"/>
          <p:nvPr>
            <p:ph idx="4" type="subTitle"/>
          </p:nvPr>
        </p:nvSpPr>
        <p:spPr>
          <a:xfrm>
            <a:off x="4228149" y="2937463"/>
            <a:ext cx="21678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5" type="subTitle"/>
          </p:nvPr>
        </p:nvSpPr>
        <p:spPr>
          <a:xfrm>
            <a:off x="1418562" y="1922756"/>
            <a:ext cx="216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14"/>
          <p:cNvSpPr txBox="1"/>
          <p:nvPr>
            <p:ph idx="6" type="subTitle"/>
          </p:nvPr>
        </p:nvSpPr>
        <p:spPr>
          <a:xfrm>
            <a:off x="4228149" y="1922756"/>
            <a:ext cx="216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4"/>
          <p:cNvSpPr txBox="1"/>
          <p:nvPr>
            <p:ph idx="7" type="subTitle"/>
          </p:nvPr>
        </p:nvSpPr>
        <p:spPr>
          <a:xfrm>
            <a:off x="1418562" y="3325356"/>
            <a:ext cx="216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4"/>
          <p:cNvSpPr txBox="1"/>
          <p:nvPr>
            <p:ph idx="8" type="subTitle"/>
          </p:nvPr>
        </p:nvSpPr>
        <p:spPr>
          <a:xfrm>
            <a:off x="4228149" y="3325356"/>
            <a:ext cx="216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4"/>
          <p:cNvSpPr txBox="1"/>
          <p:nvPr>
            <p:ph hasCustomPrompt="1" idx="9" type="title"/>
          </p:nvPr>
        </p:nvSpPr>
        <p:spPr>
          <a:xfrm>
            <a:off x="709062" y="1532050"/>
            <a:ext cx="709500" cy="4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94" name="Google Shape;194;p14"/>
          <p:cNvSpPr txBox="1"/>
          <p:nvPr>
            <p:ph hasCustomPrompt="1" idx="13" type="title"/>
          </p:nvPr>
        </p:nvSpPr>
        <p:spPr>
          <a:xfrm>
            <a:off x="3451112" y="1532050"/>
            <a:ext cx="709500" cy="4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95" name="Google Shape;195;p14"/>
          <p:cNvSpPr txBox="1"/>
          <p:nvPr>
            <p:ph hasCustomPrompt="1" idx="14" type="title"/>
          </p:nvPr>
        </p:nvSpPr>
        <p:spPr>
          <a:xfrm>
            <a:off x="713237" y="2937475"/>
            <a:ext cx="709500" cy="4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96" name="Google Shape;196;p14"/>
          <p:cNvSpPr txBox="1"/>
          <p:nvPr>
            <p:ph hasCustomPrompt="1" idx="15" type="title"/>
          </p:nvPr>
        </p:nvSpPr>
        <p:spPr>
          <a:xfrm>
            <a:off x="3455287" y="2937475"/>
            <a:ext cx="709500" cy="4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>
            <p:ph type="title"/>
          </p:nvPr>
        </p:nvSpPr>
        <p:spPr>
          <a:xfrm flipH="1">
            <a:off x="4209475" y="2838065"/>
            <a:ext cx="420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5"/>
          <p:cNvSpPr txBox="1"/>
          <p:nvPr>
            <p:ph idx="1" type="subTitle"/>
          </p:nvPr>
        </p:nvSpPr>
        <p:spPr>
          <a:xfrm flipH="1">
            <a:off x="4209475" y="1724977"/>
            <a:ext cx="4203000" cy="11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0" name="Google Shape;200;p15"/>
          <p:cNvGrpSpPr/>
          <p:nvPr/>
        </p:nvGrpSpPr>
        <p:grpSpPr>
          <a:xfrm>
            <a:off x="-53" y="-5"/>
            <a:ext cx="3866536" cy="5133612"/>
            <a:chOff x="-53" y="-5"/>
            <a:chExt cx="3866536" cy="5133612"/>
          </a:xfrm>
        </p:grpSpPr>
        <p:grpSp>
          <p:nvGrpSpPr>
            <p:cNvPr id="201" name="Google Shape;201;p15"/>
            <p:cNvGrpSpPr/>
            <p:nvPr/>
          </p:nvGrpSpPr>
          <p:grpSpPr>
            <a:xfrm flipH="1">
              <a:off x="1267401" y="1287773"/>
              <a:ext cx="1299017" cy="1278013"/>
              <a:chOff x="-3771" y="-17"/>
              <a:chExt cx="844340" cy="834212"/>
            </a:xfrm>
          </p:grpSpPr>
          <p:sp>
            <p:nvSpPr>
              <p:cNvPr id="202" name="Google Shape;202;p15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5"/>
              <p:cNvSpPr/>
              <p:nvPr/>
            </p:nvSpPr>
            <p:spPr>
              <a:xfrm rot="5400000">
                <a:off x="-1881" y="-1899"/>
                <a:ext cx="832890" cy="83667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4" name="Google Shape;204;p15"/>
            <p:cNvSpPr/>
            <p:nvPr/>
          </p:nvSpPr>
          <p:spPr>
            <a:xfrm>
              <a:off x="-53" y="0"/>
              <a:ext cx="1283558" cy="5133563"/>
            </a:xfrm>
            <a:custGeom>
              <a:rect b="b" l="l" r="r" t="t"/>
              <a:pathLst>
                <a:path extrusionOk="0" h="47544" w="47390">
                  <a:moveTo>
                    <a:pt x="0" y="0"/>
                  </a:moveTo>
                  <a:lnTo>
                    <a:pt x="0" y="47544"/>
                  </a:lnTo>
                  <a:lnTo>
                    <a:pt x="47390" y="47544"/>
                  </a:lnTo>
                  <a:lnTo>
                    <a:pt x="473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5" name="Google Shape;205;p15"/>
            <p:cNvGrpSpPr/>
            <p:nvPr/>
          </p:nvGrpSpPr>
          <p:grpSpPr>
            <a:xfrm flipH="1">
              <a:off x="1283540" y="-5"/>
              <a:ext cx="1283558" cy="1287708"/>
              <a:chOff x="3799150" y="2868025"/>
              <a:chExt cx="1178225" cy="1177925"/>
            </a:xfrm>
          </p:grpSpPr>
          <p:sp>
            <p:nvSpPr>
              <p:cNvPr id="206" name="Google Shape;206;p15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5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5"/>
            <p:cNvGrpSpPr/>
            <p:nvPr/>
          </p:nvGrpSpPr>
          <p:grpSpPr>
            <a:xfrm>
              <a:off x="-10" y="-5"/>
              <a:ext cx="1283558" cy="1287708"/>
              <a:chOff x="3799150" y="2868025"/>
              <a:chExt cx="1178225" cy="1177925"/>
            </a:xfrm>
          </p:grpSpPr>
          <p:sp>
            <p:nvSpPr>
              <p:cNvPr id="209" name="Google Shape;209;p15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5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" name="Google Shape;211;p15"/>
            <p:cNvGrpSpPr/>
            <p:nvPr/>
          </p:nvGrpSpPr>
          <p:grpSpPr>
            <a:xfrm flipH="1">
              <a:off x="1273127" y="2566980"/>
              <a:ext cx="1293778" cy="1278013"/>
              <a:chOff x="17" y="-17"/>
              <a:chExt cx="840553" cy="834212"/>
            </a:xfrm>
          </p:grpSpPr>
          <p:sp>
            <p:nvSpPr>
              <p:cNvPr id="212" name="Google Shape;212;p15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5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5"/>
            <p:cNvGrpSpPr/>
            <p:nvPr/>
          </p:nvGrpSpPr>
          <p:grpSpPr>
            <a:xfrm>
              <a:off x="1805028" y="1817531"/>
              <a:ext cx="1517264" cy="1508454"/>
              <a:chOff x="4659706" y="1568197"/>
              <a:chExt cx="874000" cy="868975"/>
            </a:xfrm>
          </p:grpSpPr>
          <p:sp>
            <p:nvSpPr>
              <p:cNvPr id="215" name="Google Shape;215;p15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5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7" name="Google Shape;217;p15"/>
            <p:cNvSpPr/>
            <p:nvPr/>
          </p:nvSpPr>
          <p:spPr>
            <a:xfrm flipH="1">
              <a:off x="1283869" y="3845900"/>
              <a:ext cx="1283231" cy="1287708"/>
            </a:xfrm>
            <a:custGeom>
              <a:rect b="b" l="l" r="r" t="t"/>
              <a:pathLst>
                <a:path extrusionOk="0" h="47117" w="47117">
                  <a:moveTo>
                    <a:pt x="0" y="0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1562833" y="4127085"/>
              <a:ext cx="724981" cy="725343"/>
            </a:xfrm>
            <a:custGeom>
              <a:rect b="b" l="l" r="r" t="t"/>
              <a:pathLst>
                <a:path extrusionOk="0" h="26061" w="26048">
                  <a:moveTo>
                    <a:pt x="0" y="1"/>
                  </a:moveTo>
                  <a:lnTo>
                    <a:pt x="0" y="26060"/>
                  </a:lnTo>
                  <a:lnTo>
                    <a:pt x="26048" y="26060"/>
                  </a:lnTo>
                  <a:lnTo>
                    <a:pt x="260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" name="Google Shape;219;p15"/>
            <p:cNvGrpSpPr/>
            <p:nvPr/>
          </p:nvGrpSpPr>
          <p:grpSpPr>
            <a:xfrm>
              <a:off x="26663" y="2417780"/>
              <a:ext cx="1230221" cy="1576053"/>
              <a:chOff x="1559800" y="477475"/>
              <a:chExt cx="944725" cy="1210300"/>
            </a:xfrm>
          </p:grpSpPr>
          <p:sp>
            <p:nvSpPr>
              <p:cNvPr id="220" name="Google Shape;220;p15"/>
              <p:cNvSpPr/>
              <p:nvPr/>
            </p:nvSpPr>
            <p:spPr>
              <a:xfrm>
                <a:off x="1559800" y="477475"/>
                <a:ext cx="944725" cy="475350"/>
              </a:xfrm>
              <a:custGeom>
                <a:rect b="b" l="l" r="r" t="t"/>
                <a:pathLst>
                  <a:path extrusionOk="0" h="19014" w="37789">
                    <a:moveTo>
                      <a:pt x="0" y="0"/>
                    </a:moveTo>
                    <a:lnTo>
                      <a:pt x="19001" y="19013"/>
                    </a:lnTo>
                    <a:lnTo>
                      <a:pt x="37788" y="226"/>
                    </a:lnTo>
                    <a:lnTo>
                      <a:pt x="37776" y="21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5"/>
              <p:cNvSpPr/>
              <p:nvPr/>
            </p:nvSpPr>
            <p:spPr>
              <a:xfrm>
                <a:off x="1559800" y="847325"/>
                <a:ext cx="944725" cy="475350"/>
              </a:xfrm>
              <a:custGeom>
                <a:rect b="b" l="l" r="r" t="t"/>
                <a:pathLst>
                  <a:path extrusionOk="0" h="19014" w="37789">
                    <a:moveTo>
                      <a:pt x="12" y="1"/>
                    </a:moveTo>
                    <a:lnTo>
                      <a:pt x="0" y="24"/>
                    </a:lnTo>
                    <a:lnTo>
                      <a:pt x="19001" y="19013"/>
                    </a:lnTo>
                    <a:lnTo>
                      <a:pt x="37788" y="238"/>
                    </a:lnTo>
                    <a:lnTo>
                      <a:pt x="37776" y="226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5"/>
              <p:cNvSpPr/>
              <p:nvPr/>
            </p:nvSpPr>
            <p:spPr>
              <a:xfrm>
                <a:off x="1563075" y="1215700"/>
                <a:ext cx="938175" cy="472075"/>
              </a:xfrm>
              <a:custGeom>
                <a:rect b="b" l="l" r="r" t="t"/>
                <a:pathLst>
                  <a:path extrusionOk="0" h="18883" w="37527">
                    <a:moveTo>
                      <a:pt x="12" y="1"/>
                    </a:moveTo>
                    <a:lnTo>
                      <a:pt x="0" y="24"/>
                    </a:lnTo>
                    <a:lnTo>
                      <a:pt x="18870" y="18882"/>
                    </a:lnTo>
                    <a:lnTo>
                      <a:pt x="37527" y="238"/>
                    </a:lnTo>
                    <a:lnTo>
                      <a:pt x="37503" y="226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3" name="Google Shape;223;p15"/>
            <p:cNvSpPr/>
            <p:nvPr/>
          </p:nvSpPr>
          <p:spPr>
            <a:xfrm>
              <a:off x="2567475" y="3845000"/>
              <a:ext cx="1299008" cy="1287696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3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/>
          <p:nvPr>
            <p:ph type="title"/>
          </p:nvPr>
        </p:nvSpPr>
        <p:spPr>
          <a:xfrm>
            <a:off x="705450" y="970050"/>
            <a:ext cx="427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" name="Google Shape;226;p16"/>
          <p:cNvSpPr txBox="1"/>
          <p:nvPr>
            <p:ph idx="1" type="subTitle"/>
          </p:nvPr>
        </p:nvSpPr>
        <p:spPr>
          <a:xfrm>
            <a:off x="713225" y="1562250"/>
            <a:ext cx="4275000" cy="23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85DC5"/>
              </a:buClr>
              <a:buSzPts val="1600"/>
              <a:buFont typeface="Nunito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Nunito"/>
              <a:buChar char="■"/>
              <a:defRPr/>
            </a:lvl9pPr>
          </a:lstStyle>
          <a:p/>
        </p:txBody>
      </p:sp>
      <p:grpSp>
        <p:nvGrpSpPr>
          <p:cNvPr id="227" name="Google Shape;227;p16"/>
          <p:cNvGrpSpPr/>
          <p:nvPr/>
        </p:nvGrpSpPr>
        <p:grpSpPr>
          <a:xfrm>
            <a:off x="6568683" y="973500"/>
            <a:ext cx="2575384" cy="4173453"/>
            <a:chOff x="6568683" y="973500"/>
            <a:chExt cx="2575384" cy="4173453"/>
          </a:xfrm>
        </p:grpSpPr>
        <p:sp>
          <p:nvSpPr>
            <p:cNvPr id="228" name="Google Shape;228;p16"/>
            <p:cNvSpPr/>
            <p:nvPr/>
          </p:nvSpPr>
          <p:spPr>
            <a:xfrm>
              <a:off x="7849100" y="2151100"/>
              <a:ext cx="1294968" cy="426025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9" name="Google Shape;229;p16"/>
            <p:cNvGrpSpPr/>
            <p:nvPr/>
          </p:nvGrpSpPr>
          <p:grpSpPr>
            <a:xfrm flipH="1">
              <a:off x="7834572" y="2576811"/>
              <a:ext cx="1309413" cy="1278013"/>
              <a:chOff x="17" y="-17"/>
              <a:chExt cx="840553" cy="834212"/>
            </a:xfrm>
          </p:grpSpPr>
          <p:sp>
            <p:nvSpPr>
              <p:cNvPr id="230" name="Google Shape;230;p16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6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2" name="Google Shape;232;p16"/>
            <p:cNvSpPr/>
            <p:nvPr/>
          </p:nvSpPr>
          <p:spPr>
            <a:xfrm>
              <a:off x="7849100" y="3862050"/>
              <a:ext cx="1294923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 rot="10800000">
              <a:off x="6568683" y="2577135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4" name="Google Shape;234;p16"/>
            <p:cNvGrpSpPr/>
            <p:nvPr/>
          </p:nvGrpSpPr>
          <p:grpSpPr>
            <a:xfrm>
              <a:off x="6861678" y="1909081"/>
              <a:ext cx="1517264" cy="1508454"/>
              <a:chOff x="4659706" y="1568197"/>
              <a:chExt cx="874000" cy="868975"/>
            </a:xfrm>
          </p:grpSpPr>
          <p:sp>
            <p:nvSpPr>
              <p:cNvPr id="235" name="Google Shape;235;p16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6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7" name="Google Shape;237;p16"/>
            <p:cNvSpPr/>
            <p:nvPr/>
          </p:nvSpPr>
          <p:spPr>
            <a:xfrm>
              <a:off x="8545650" y="973500"/>
              <a:ext cx="598325" cy="1177600"/>
            </a:xfrm>
            <a:custGeom>
              <a:rect b="b" l="l" r="r" t="t"/>
              <a:pathLst>
                <a:path extrusionOk="0" h="47104" w="23933">
                  <a:moveTo>
                    <a:pt x="0" y="0"/>
                  </a:moveTo>
                  <a:lnTo>
                    <a:pt x="0" y="23172"/>
                  </a:lnTo>
                  <a:cubicBezTo>
                    <a:pt x="0" y="36374"/>
                    <a:pt x="10719" y="47104"/>
                    <a:pt x="23933" y="47104"/>
                  </a:cubicBezTo>
                  <a:lnTo>
                    <a:pt x="23933" y="23932"/>
                  </a:lnTo>
                  <a:cubicBezTo>
                    <a:pt x="23933" y="10707"/>
                    <a:pt x="13214" y="0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>
            <p:ph type="title"/>
          </p:nvPr>
        </p:nvSpPr>
        <p:spPr>
          <a:xfrm>
            <a:off x="3194175" y="408875"/>
            <a:ext cx="5325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" name="Google Shape;240;p17"/>
          <p:cNvSpPr txBox="1"/>
          <p:nvPr>
            <p:ph idx="1" type="subTitle"/>
          </p:nvPr>
        </p:nvSpPr>
        <p:spPr>
          <a:xfrm>
            <a:off x="2546775" y="2176350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7"/>
          <p:cNvSpPr txBox="1"/>
          <p:nvPr>
            <p:ph idx="2" type="subTitle"/>
          </p:nvPr>
        </p:nvSpPr>
        <p:spPr>
          <a:xfrm>
            <a:off x="4531500" y="2176350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7"/>
          <p:cNvSpPr txBox="1"/>
          <p:nvPr>
            <p:ph idx="3" type="subTitle"/>
          </p:nvPr>
        </p:nvSpPr>
        <p:spPr>
          <a:xfrm>
            <a:off x="2546875" y="2556275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7"/>
          <p:cNvSpPr txBox="1"/>
          <p:nvPr>
            <p:ph idx="4" type="subTitle"/>
          </p:nvPr>
        </p:nvSpPr>
        <p:spPr>
          <a:xfrm>
            <a:off x="4531500" y="2556275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7"/>
          <p:cNvSpPr txBox="1"/>
          <p:nvPr>
            <p:ph idx="5" type="subTitle"/>
          </p:nvPr>
        </p:nvSpPr>
        <p:spPr>
          <a:xfrm>
            <a:off x="6516225" y="2176350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7"/>
          <p:cNvSpPr txBox="1"/>
          <p:nvPr>
            <p:ph idx="6" type="subTitle"/>
          </p:nvPr>
        </p:nvSpPr>
        <p:spPr>
          <a:xfrm>
            <a:off x="6516125" y="2556275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6" name="Google Shape;246;p17"/>
          <p:cNvGrpSpPr/>
          <p:nvPr/>
        </p:nvGrpSpPr>
        <p:grpSpPr>
          <a:xfrm>
            <a:off x="-13554" y="-2"/>
            <a:ext cx="2574351" cy="5143505"/>
            <a:chOff x="-13554" y="-2"/>
            <a:chExt cx="2574351" cy="5143505"/>
          </a:xfrm>
        </p:grpSpPr>
        <p:grpSp>
          <p:nvGrpSpPr>
            <p:cNvPr id="247" name="Google Shape;247;p17"/>
            <p:cNvGrpSpPr/>
            <p:nvPr/>
          </p:nvGrpSpPr>
          <p:grpSpPr>
            <a:xfrm flipH="1">
              <a:off x="-13554" y="2571517"/>
              <a:ext cx="1293947" cy="1282935"/>
              <a:chOff x="17" y="-17"/>
              <a:chExt cx="840553" cy="834212"/>
            </a:xfrm>
          </p:grpSpPr>
          <p:sp>
            <p:nvSpPr>
              <p:cNvPr id="248" name="Google Shape;248;p17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7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0" name="Google Shape;250;p17"/>
            <p:cNvSpPr/>
            <p:nvPr/>
          </p:nvSpPr>
          <p:spPr>
            <a:xfrm rot="10800000">
              <a:off x="-5" y="1291126"/>
              <a:ext cx="1280404" cy="1280404"/>
            </a:xfrm>
            <a:custGeom>
              <a:rect b="b" l="l" r="r" t="t"/>
              <a:pathLst>
                <a:path extrusionOk="0" h="47117" w="47117">
                  <a:moveTo>
                    <a:pt x="0" y="1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1" name="Google Shape;251;p17"/>
            <p:cNvGrpSpPr/>
            <p:nvPr/>
          </p:nvGrpSpPr>
          <p:grpSpPr>
            <a:xfrm rot="10800000">
              <a:off x="814264" y="548645"/>
              <a:ext cx="1355574" cy="1347693"/>
              <a:chOff x="4659706" y="1568197"/>
              <a:chExt cx="874000" cy="868975"/>
            </a:xfrm>
          </p:grpSpPr>
          <p:sp>
            <p:nvSpPr>
              <p:cNvPr id="252" name="Google Shape;252;p17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7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4" name="Google Shape;254;p17"/>
            <p:cNvSpPr/>
            <p:nvPr/>
          </p:nvSpPr>
          <p:spPr>
            <a:xfrm rot="10800000">
              <a:off x="264105" y="1549696"/>
              <a:ext cx="724981" cy="725343"/>
            </a:xfrm>
            <a:custGeom>
              <a:rect b="b" l="l" r="r" t="t"/>
              <a:pathLst>
                <a:path extrusionOk="0" h="26061" w="26048">
                  <a:moveTo>
                    <a:pt x="0" y="1"/>
                  </a:moveTo>
                  <a:lnTo>
                    <a:pt x="0" y="26060"/>
                  </a:lnTo>
                  <a:lnTo>
                    <a:pt x="26048" y="26060"/>
                  </a:lnTo>
                  <a:lnTo>
                    <a:pt x="260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-6" y="-2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6" name="Google Shape;256;p17"/>
            <p:cNvGrpSpPr/>
            <p:nvPr/>
          </p:nvGrpSpPr>
          <p:grpSpPr>
            <a:xfrm>
              <a:off x="46" y="3855795"/>
              <a:ext cx="1277903" cy="1287708"/>
              <a:chOff x="3799150" y="2868025"/>
              <a:chExt cx="1178225" cy="1177925"/>
            </a:xfrm>
          </p:grpSpPr>
          <p:sp>
            <p:nvSpPr>
              <p:cNvPr id="257" name="Google Shape;257;p17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7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9" name="Google Shape;259;p17"/>
            <p:cNvSpPr/>
            <p:nvPr/>
          </p:nvSpPr>
          <p:spPr>
            <a:xfrm>
              <a:off x="1280375" y="4244688"/>
              <a:ext cx="1280423" cy="426025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8"/>
          <p:cNvGrpSpPr/>
          <p:nvPr/>
        </p:nvGrpSpPr>
        <p:grpSpPr>
          <a:xfrm flipH="1" rot="10800000">
            <a:off x="7865276" y="1289050"/>
            <a:ext cx="1293947" cy="1282935"/>
            <a:chOff x="17" y="-17"/>
            <a:chExt cx="840553" cy="834212"/>
          </a:xfrm>
        </p:grpSpPr>
        <p:sp>
          <p:nvSpPr>
            <p:cNvPr id="262" name="Google Shape;262;p18"/>
            <p:cNvSpPr/>
            <p:nvPr/>
          </p:nvSpPr>
          <p:spPr>
            <a:xfrm rot="5400000">
              <a:off x="6588" y="215"/>
              <a:ext cx="834212" cy="833749"/>
            </a:xfrm>
            <a:custGeom>
              <a:rect b="b" l="l" r="r" t="t"/>
              <a:pathLst>
                <a:path extrusionOk="0" h="25225" w="25239">
                  <a:moveTo>
                    <a:pt x="0" y="0"/>
                  </a:moveTo>
                  <a:lnTo>
                    <a:pt x="0" y="25224"/>
                  </a:lnTo>
                  <a:lnTo>
                    <a:pt x="25238" y="25224"/>
                  </a:lnTo>
                  <a:lnTo>
                    <a:pt x="25238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 rot="5400000">
              <a:off x="17" y="-17"/>
              <a:ext cx="832890" cy="832890"/>
            </a:xfrm>
            <a:custGeom>
              <a:rect b="b" l="l" r="r" t="t"/>
              <a:pathLst>
                <a:path extrusionOk="0" h="25199" w="25199">
                  <a:moveTo>
                    <a:pt x="0" y="1"/>
                  </a:moveTo>
                  <a:lnTo>
                    <a:pt x="0" y="25199"/>
                  </a:lnTo>
                  <a:lnTo>
                    <a:pt x="25198" y="25199"/>
                  </a:lnTo>
                  <a:cubicBezTo>
                    <a:pt x="25198" y="11279"/>
                    <a:pt x="13920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" name="Google Shape;264;p18"/>
          <p:cNvGrpSpPr/>
          <p:nvPr/>
        </p:nvGrpSpPr>
        <p:grpSpPr>
          <a:xfrm>
            <a:off x="6572096" y="-2"/>
            <a:ext cx="2573579" cy="5143505"/>
            <a:chOff x="6572096" y="-2"/>
            <a:chExt cx="2573579" cy="5143505"/>
          </a:xfrm>
        </p:grpSpPr>
        <p:sp>
          <p:nvSpPr>
            <p:cNvPr id="265" name="Google Shape;265;p18"/>
            <p:cNvSpPr/>
            <p:nvPr/>
          </p:nvSpPr>
          <p:spPr>
            <a:xfrm>
              <a:off x="7865270" y="2571971"/>
              <a:ext cx="1280404" cy="1280404"/>
            </a:xfrm>
            <a:custGeom>
              <a:rect b="b" l="l" r="r" t="t"/>
              <a:pathLst>
                <a:path extrusionOk="0" h="47117" w="47117">
                  <a:moveTo>
                    <a:pt x="0" y="1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6" name="Google Shape;266;p18"/>
            <p:cNvGrpSpPr/>
            <p:nvPr/>
          </p:nvGrpSpPr>
          <p:grpSpPr>
            <a:xfrm>
              <a:off x="6975831" y="3247163"/>
              <a:ext cx="1355574" cy="1347693"/>
              <a:chOff x="4659706" y="1568197"/>
              <a:chExt cx="874000" cy="868975"/>
            </a:xfrm>
          </p:grpSpPr>
          <p:sp>
            <p:nvSpPr>
              <p:cNvPr id="267" name="Google Shape;267;p18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8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9" name="Google Shape;269;p18"/>
            <p:cNvSpPr/>
            <p:nvPr/>
          </p:nvSpPr>
          <p:spPr>
            <a:xfrm>
              <a:off x="8156583" y="2868462"/>
              <a:ext cx="724981" cy="725343"/>
            </a:xfrm>
            <a:custGeom>
              <a:rect b="b" l="l" r="r" t="t"/>
              <a:pathLst>
                <a:path extrusionOk="0" h="26061" w="26048">
                  <a:moveTo>
                    <a:pt x="0" y="1"/>
                  </a:moveTo>
                  <a:lnTo>
                    <a:pt x="0" y="26060"/>
                  </a:lnTo>
                  <a:lnTo>
                    <a:pt x="26048" y="26060"/>
                  </a:lnTo>
                  <a:lnTo>
                    <a:pt x="260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8"/>
            <p:cNvSpPr/>
            <p:nvPr/>
          </p:nvSpPr>
          <p:spPr>
            <a:xfrm rot="10800000">
              <a:off x="7865259" y="3858600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1" name="Google Shape;271;p18"/>
            <p:cNvGrpSpPr/>
            <p:nvPr/>
          </p:nvGrpSpPr>
          <p:grpSpPr>
            <a:xfrm flipH="1" rot="10800000">
              <a:off x="6572096" y="-2"/>
              <a:ext cx="1283558" cy="1287708"/>
              <a:chOff x="3799150" y="2868025"/>
              <a:chExt cx="1178225" cy="1177925"/>
            </a:xfrm>
          </p:grpSpPr>
          <p:sp>
            <p:nvSpPr>
              <p:cNvPr id="272" name="Google Shape;272;p18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4" name="Google Shape;274;p18"/>
            <p:cNvGrpSpPr/>
            <p:nvPr/>
          </p:nvGrpSpPr>
          <p:grpSpPr>
            <a:xfrm rot="10800000">
              <a:off x="7862109" y="-2"/>
              <a:ext cx="1283558" cy="1287708"/>
              <a:chOff x="3799150" y="2868025"/>
              <a:chExt cx="1178225" cy="1177925"/>
            </a:xfrm>
          </p:grpSpPr>
          <p:sp>
            <p:nvSpPr>
              <p:cNvPr id="275" name="Google Shape;275;p18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7" name="Google Shape;277;p18"/>
          <p:cNvSpPr txBox="1"/>
          <p:nvPr>
            <p:ph type="title"/>
          </p:nvPr>
        </p:nvSpPr>
        <p:spPr>
          <a:xfrm>
            <a:off x="713225" y="41025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" name="Google Shape;278;p18"/>
          <p:cNvSpPr txBox="1"/>
          <p:nvPr>
            <p:ph idx="1" type="subTitle"/>
          </p:nvPr>
        </p:nvSpPr>
        <p:spPr>
          <a:xfrm>
            <a:off x="713225" y="1968263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18"/>
          <p:cNvSpPr txBox="1"/>
          <p:nvPr>
            <p:ph idx="2" type="subTitle"/>
          </p:nvPr>
        </p:nvSpPr>
        <p:spPr>
          <a:xfrm>
            <a:off x="2697950" y="1968263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18"/>
          <p:cNvSpPr txBox="1"/>
          <p:nvPr>
            <p:ph idx="3" type="subTitle"/>
          </p:nvPr>
        </p:nvSpPr>
        <p:spPr>
          <a:xfrm>
            <a:off x="713325" y="2358845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18"/>
          <p:cNvSpPr txBox="1"/>
          <p:nvPr>
            <p:ph idx="4" type="subTitle"/>
          </p:nvPr>
        </p:nvSpPr>
        <p:spPr>
          <a:xfrm>
            <a:off x="2697950" y="2358845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18"/>
          <p:cNvSpPr txBox="1"/>
          <p:nvPr>
            <p:ph idx="5" type="subTitle"/>
          </p:nvPr>
        </p:nvSpPr>
        <p:spPr>
          <a:xfrm>
            <a:off x="4682675" y="1968263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18"/>
          <p:cNvSpPr txBox="1"/>
          <p:nvPr>
            <p:ph idx="6" type="subTitle"/>
          </p:nvPr>
        </p:nvSpPr>
        <p:spPr>
          <a:xfrm>
            <a:off x="4682575" y="2358845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8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19"/>
          <p:cNvGrpSpPr/>
          <p:nvPr/>
        </p:nvGrpSpPr>
        <p:grpSpPr>
          <a:xfrm>
            <a:off x="-216" y="-10"/>
            <a:ext cx="1280077" cy="1376921"/>
            <a:chOff x="-216" y="-10"/>
            <a:chExt cx="1280077" cy="1376921"/>
          </a:xfrm>
        </p:grpSpPr>
        <p:grpSp>
          <p:nvGrpSpPr>
            <p:cNvPr id="286" name="Google Shape;286;p19"/>
            <p:cNvGrpSpPr/>
            <p:nvPr/>
          </p:nvGrpSpPr>
          <p:grpSpPr>
            <a:xfrm>
              <a:off x="-216" y="-10"/>
              <a:ext cx="1280077" cy="1268586"/>
              <a:chOff x="17" y="-17"/>
              <a:chExt cx="840553" cy="834212"/>
            </a:xfrm>
          </p:grpSpPr>
          <p:sp>
            <p:nvSpPr>
              <p:cNvPr id="287" name="Google Shape;287;p19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19"/>
            <p:cNvGrpSpPr/>
            <p:nvPr/>
          </p:nvGrpSpPr>
          <p:grpSpPr>
            <a:xfrm flipH="1">
              <a:off x="135570" y="374549"/>
              <a:ext cx="1008509" cy="1002363"/>
              <a:chOff x="4659706" y="1568197"/>
              <a:chExt cx="874000" cy="868975"/>
            </a:xfrm>
          </p:grpSpPr>
          <p:sp>
            <p:nvSpPr>
              <p:cNvPr id="290" name="Google Shape;290;p19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2" name="Google Shape;292;p19"/>
          <p:cNvGrpSpPr/>
          <p:nvPr/>
        </p:nvGrpSpPr>
        <p:grpSpPr>
          <a:xfrm>
            <a:off x="6569348" y="2567932"/>
            <a:ext cx="2574663" cy="2573760"/>
            <a:chOff x="6569348" y="2567932"/>
            <a:chExt cx="2574663" cy="2573760"/>
          </a:xfrm>
        </p:grpSpPr>
        <p:sp>
          <p:nvSpPr>
            <p:cNvPr id="293" name="Google Shape;293;p19"/>
            <p:cNvSpPr/>
            <p:nvPr/>
          </p:nvSpPr>
          <p:spPr>
            <a:xfrm flipH="1">
              <a:off x="7856730" y="3859050"/>
              <a:ext cx="1285470" cy="1282643"/>
            </a:xfrm>
            <a:custGeom>
              <a:rect b="b" l="l" r="r" t="t"/>
              <a:pathLst>
                <a:path extrusionOk="0" h="47117" w="47117">
                  <a:moveTo>
                    <a:pt x="0" y="1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 flipH="1">
              <a:off x="8121006" y="4153072"/>
              <a:ext cx="728497" cy="728861"/>
            </a:xfrm>
            <a:custGeom>
              <a:rect b="b" l="l" r="r" t="t"/>
              <a:pathLst>
                <a:path extrusionOk="0" h="26061" w="26048">
                  <a:moveTo>
                    <a:pt x="0" y="1"/>
                  </a:moveTo>
                  <a:lnTo>
                    <a:pt x="0" y="26060"/>
                  </a:lnTo>
                  <a:lnTo>
                    <a:pt x="26048" y="26060"/>
                  </a:lnTo>
                  <a:lnTo>
                    <a:pt x="260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 flipH="1">
              <a:off x="6569348" y="4312950"/>
              <a:ext cx="1297352" cy="419635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6" name="Google Shape;296;p19"/>
            <p:cNvGrpSpPr/>
            <p:nvPr/>
          </p:nvGrpSpPr>
          <p:grpSpPr>
            <a:xfrm flipH="1">
              <a:off x="7841323" y="2567932"/>
              <a:ext cx="1302688" cy="1291110"/>
              <a:chOff x="17" y="-17"/>
              <a:chExt cx="840553" cy="834212"/>
            </a:xfrm>
          </p:grpSpPr>
          <p:sp>
            <p:nvSpPr>
              <p:cNvPr id="297" name="Google Shape;297;p19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9" name="Google Shape;299;p19"/>
            <p:cNvSpPr/>
            <p:nvPr/>
          </p:nvSpPr>
          <p:spPr>
            <a:xfrm>
              <a:off x="7939852" y="2880081"/>
              <a:ext cx="951979" cy="951979"/>
            </a:xfrm>
            <a:custGeom>
              <a:rect b="b" l="l" r="r" t="t"/>
              <a:pathLst>
                <a:path extrusionOk="0" h="35745" w="35745">
                  <a:moveTo>
                    <a:pt x="17872" y="0"/>
                  </a:moveTo>
                  <a:cubicBezTo>
                    <a:pt x="8009" y="0"/>
                    <a:pt x="0" y="8009"/>
                    <a:pt x="0" y="17872"/>
                  </a:cubicBezTo>
                  <a:cubicBezTo>
                    <a:pt x="0" y="27747"/>
                    <a:pt x="8009" y="35744"/>
                    <a:pt x="17872" y="35744"/>
                  </a:cubicBezTo>
                  <a:cubicBezTo>
                    <a:pt x="27735" y="35744"/>
                    <a:pt x="35744" y="27747"/>
                    <a:pt x="35744" y="17872"/>
                  </a:cubicBezTo>
                  <a:cubicBezTo>
                    <a:pt x="35744" y="8009"/>
                    <a:pt x="27735" y="0"/>
                    <a:pt x="178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0" name="Google Shape;300;p19"/>
          <p:cNvSpPr txBox="1"/>
          <p:nvPr>
            <p:ph type="title"/>
          </p:nvPr>
        </p:nvSpPr>
        <p:spPr>
          <a:xfrm>
            <a:off x="713100" y="40887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1" name="Google Shape;301;p19"/>
          <p:cNvSpPr txBox="1"/>
          <p:nvPr>
            <p:ph idx="1" type="subTitle"/>
          </p:nvPr>
        </p:nvSpPr>
        <p:spPr>
          <a:xfrm>
            <a:off x="1479150" y="1643675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19"/>
          <p:cNvSpPr txBox="1"/>
          <p:nvPr>
            <p:ph idx="2" type="subTitle"/>
          </p:nvPr>
        </p:nvSpPr>
        <p:spPr>
          <a:xfrm>
            <a:off x="3616275" y="1643675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19"/>
          <p:cNvSpPr txBox="1"/>
          <p:nvPr>
            <p:ph idx="3" type="subTitle"/>
          </p:nvPr>
        </p:nvSpPr>
        <p:spPr>
          <a:xfrm>
            <a:off x="1479350" y="2030950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19"/>
          <p:cNvSpPr txBox="1"/>
          <p:nvPr>
            <p:ph idx="4" type="subTitle"/>
          </p:nvPr>
        </p:nvSpPr>
        <p:spPr>
          <a:xfrm>
            <a:off x="3616375" y="2030950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9"/>
          <p:cNvSpPr txBox="1"/>
          <p:nvPr>
            <p:ph idx="5" type="subTitle"/>
          </p:nvPr>
        </p:nvSpPr>
        <p:spPr>
          <a:xfrm>
            <a:off x="5753400" y="1643675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19"/>
          <p:cNvSpPr txBox="1"/>
          <p:nvPr>
            <p:ph idx="6" type="subTitle"/>
          </p:nvPr>
        </p:nvSpPr>
        <p:spPr>
          <a:xfrm>
            <a:off x="5753400" y="2030950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19"/>
          <p:cNvSpPr txBox="1"/>
          <p:nvPr>
            <p:ph idx="7" type="subTitle"/>
          </p:nvPr>
        </p:nvSpPr>
        <p:spPr>
          <a:xfrm>
            <a:off x="1479250" y="2880900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19"/>
          <p:cNvSpPr txBox="1"/>
          <p:nvPr>
            <p:ph idx="8" type="subTitle"/>
          </p:nvPr>
        </p:nvSpPr>
        <p:spPr>
          <a:xfrm>
            <a:off x="3616375" y="2880900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19"/>
          <p:cNvSpPr txBox="1"/>
          <p:nvPr>
            <p:ph idx="9" type="subTitle"/>
          </p:nvPr>
        </p:nvSpPr>
        <p:spPr>
          <a:xfrm>
            <a:off x="1479350" y="3272575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19"/>
          <p:cNvSpPr txBox="1"/>
          <p:nvPr>
            <p:ph idx="13" type="subTitle"/>
          </p:nvPr>
        </p:nvSpPr>
        <p:spPr>
          <a:xfrm>
            <a:off x="3616375" y="3272575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19"/>
          <p:cNvSpPr txBox="1"/>
          <p:nvPr>
            <p:ph idx="14" type="subTitle"/>
          </p:nvPr>
        </p:nvSpPr>
        <p:spPr>
          <a:xfrm>
            <a:off x="5753500" y="2880900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19"/>
          <p:cNvSpPr txBox="1"/>
          <p:nvPr>
            <p:ph idx="15" type="subTitle"/>
          </p:nvPr>
        </p:nvSpPr>
        <p:spPr>
          <a:xfrm>
            <a:off x="5753400" y="3272575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20"/>
          <p:cNvGrpSpPr/>
          <p:nvPr/>
        </p:nvGrpSpPr>
        <p:grpSpPr>
          <a:xfrm flipH="1">
            <a:off x="7834497" y="3858261"/>
            <a:ext cx="1309413" cy="1278013"/>
            <a:chOff x="17" y="-17"/>
            <a:chExt cx="840553" cy="834212"/>
          </a:xfrm>
        </p:grpSpPr>
        <p:sp>
          <p:nvSpPr>
            <p:cNvPr id="315" name="Google Shape;315;p20"/>
            <p:cNvSpPr/>
            <p:nvPr/>
          </p:nvSpPr>
          <p:spPr>
            <a:xfrm rot="5400000">
              <a:off x="6588" y="215"/>
              <a:ext cx="834212" cy="833749"/>
            </a:xfrm>
            <a:custGeom>
              <a:rect b="b" l="l" r="r" t="t"/>
              <a:pathLst>
                <a:path extrusionOk="0" h="25225" w="25239">
                  <a:moveTo>
                    <a:pt x="0" y="0"/>
                  </a:moveTo>
                  <a:lnTo>
                    <a:pt x="0" y="25224"/>
                  </a:lnTo>
                  <a:lnTo>
                    <a:pt x="25238" y="25224"/>
                  </a:lnTo>
                  <a:lnTo>
                    <a:pt x="25238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/>
            <p:nvPr/>
          </p:nvSpPr>
          <p:spPr>
            <a:xfrm rot="5400000">
              <a:off x="17" y="-17"/>
              <a:ext cx="832890" cy="832890"/>
            </a:xfrm>
            <a:custGeom>
              <a:rect b="b" l="l" r="r" t="t"/>
              <a:pathLst>
                <a:path extrusionOk="0" h="25199" w="25199">
                  <a:moveTo>
                    <a:pt x="0" y="1"/>
                  </a:moveTo>
                  <a:lnTo>
                    <a:pt x="0" y="25199"/>
                  </a:lnTo>
                  <a:lnTo>
                    <a:pt x="25198" y="25199"/>
                  </a:lnTo>
                  <a:cubicBezTo>
                    <a:pt x="25198" y="11279"/>
                    <a:pt x="13920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7" name="Google Shape;317;p20"/>
          <p:cNvGrpSpPr/>
          <p:nvPr/>
        </p:nvGrpSpPr>
        <p:grpSpPr>
          <a:xfrm>
            <a:off x="6568608" y="2680650"/>
            <a:ext cx="2575292" cy="2462839"/>
            <a:chOff x="6568608" y="2680650"/>
            <a:chExt cx="2575292" cy="2462839"/>
          </a:xfrm>
        </p:grpSpPr>
        <p:sp>
          <p:nvSpPr>
            <p:cNvPr id="318" name="Google Shape;318;p20"/>
            <p:cNvSpPr/>
            <p:nvPr/>
          </p:nvSpPr>
          <p:spPr>
            <a:xfrm rot="10800000">
              <a:off x="6568608" y="3858585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9" name="Google Shape;319;p20"/>
            <p:cNvGrpSpPr/>
            <p:nvPr/>
          </p:nvGrpSpPr>
          <p:grpSpPr>
            <a:xfrm>
              <a:off x="7092105" y="3296383"/>
              <a:ext cx="1385028" cy="1376891"/>
              <a:chOff x="4659706" y="1568197"/>
              <a:chExt cx="874000" cy="868975"/>
            </a:xfrm>
          </p:grpSpPr>
          <p:sp>
            <p:nvSpPr>
              <p:cNvPr id="320" name="Google Shape;320;p20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20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2" name="Google Shape;322;p20"/>
            <p:cNvSpPr/>
            <p:nvPr/>
          </p:nvSpPr>
          <p:spPr>
            <a:xfrm>
              <a:off x="8545575" y="2680650"/>
              <a:ext cx="598325" cy="1177600"/>
            </a:xfrm>
            <a:custGeom>
              <a:rect b="b" l="l" r="r" t="t"/>
              <a:pathLst>
                <a:path extrusionOk="0" h="47104" w="23933">
                  <a:moveTo>
                    <a:pt x="0" y="0"/>
                  </a:moveTo>
                  <a:lnTo>
                    <a:pt x="0" y="23172"/>
                  </a:lnTo>
                  <a:cubicBezTo>
                    <a:pt x="0" y="36374"/>
                    <a:pt x="10719" y="47104"/>
                    <a:pt x="23933" y="47104"/>
                  </a:cubicBezTo>
                  <a:lnTo>
                    <a:pt x="23933" y="23932"/>
                  </a:lnTo>
                  <a:cubicBezTo>
                    <a:pt x="23933" y="10707"/>
                    <a:pt x="13214" y="0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3" name="Google Shape;323;p20"/>
          <p:cNvGrpSpPr/>
          <p:nvPr/>
        </p:nvGrpSpPr>
        <p:grpSpPr>
          <a:xfrm>
            <a:off x="-1" y="1290115"/>
            <a:ext cx="1309424" cy="2563272"/>
            <a:chOff x="-1" y="1290115"/>
            <a:chExt cx="1309424" cy="2563272"/>
          </a:xfrm>
        </p:grpSpPr>
        <p:grpSp>
          <p:nvGrpSpPr>
            <p:cNvPr id="324" name="Google Shape;324;p20"/>
            <p:cNvGrpSpPr/>
            <p:nvPr/>
          </p:nvGrpSpPr>
          <p:grpSpPr>
            <a:xfrm>
              <a:off x="11" y="1290115"/>
              <a:ext cx="1309413" cy="1278013"/>
              <a:chOff x="17" y="-17"/>
              <a:chExt cx="840553" cy="834212"/>
            </a:xfrm>
          </p:grpSpPr>
          <p:sp>
            <p:nvSpPr>
              <p:cNvPr id="325" name="Google Shape;325;p20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20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7" name="Google Shape;327;p20"/>
            <p:cNvGrpSpPr/>
            <p:nvPr/>
          </p:nvGrpSpPr>
          <p:grpSpPr>
            <a:xfrm>
              <a:off x="-1" y="2575374"/>
              <a:ext cx="1290080" cy="1278013"/>
              <a:chOff x="-1" y="2630449"/>
              <a:chExt cx="1290080" cy="1278013"/>
            </a:xfrm>
          </p:grpSpPr>
          <p:sp>
            <p:nvSpPr>
              <p:cNvPr id="328" name="Google Shape;328;p20"/>
              <p:cNvSpPr/>
              <p:nvPr/>
            </p:nvSpPr>
            <p:spPr>
              <a:xfrm rot="5400000">
                <a:off x="11254" y="2629636"/>
                <a:ext cx="1278013" cy="1279638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0"/>
              <p:cNvSpPr/>
              <p:nvPr/>
            </p:nvSpPr>
            <p:spPr>
              <a:xfrm rot="5400000">
                <a:off x="1165" y="2629283"/>
                <a:ext cx="1275987" cy="1278319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30" name="Google Shape;330;p20"/>
          <p:cNvSpPr txBox="1"/>
          <p:nvPr>
            <p:ph type="title"/>
          </p:nvPr>
        </p:nvSpPr>
        <p:spPr>
          <a:xfrm>
            <a:off x="714600" y="408875"/>
            <a:ext cx="77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1" name="Google Shape;331;p20"/>
          <p:cNvSpPr txBox="1"/>
          <p:nvPr>
            <p:ph idx="1" type="subTitle"/>
          </p:nvPr>
        </p:nvSpPr>
        <p:spPr>
          <a:xfrm>
            <a:off x="2250575" y="3174438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20"/>
          <p:cNvSpPr txBox="1"/>
          <p:nvPr>
            <p:ph idx="2" type="subTitle"/>
          </p:nvPr>
        </p:nvSpPr>
        <p:spPr>
          <a:xfrm>
            <a:off x="4874375" y="3174450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20"/>
          <p:cNvSpPr txBox="1"/>
          <p:nvPr>
            <p:ph idx="3" type="subTitle"/>
          </p:nvPr>
        </p:nvSpPr>
        <p:spPr>
          <a:xfrm>
            <a:off x="2250575" y="3566413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20"/>
          <p:cNvSpPr txBox="1"/>
          <p:nvPr>
            <p:ph idx="4" type="subTitle"/>
          </p:nvPr>
        </p:nvSpPr>
        <p:spPr>
          <a:xfrm>
            <a:off x="4874275" y="3566425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7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1"/>
          <p:cNvGrpSpPr/>
          <p:nvPr/>
        </p:nvGrpSpPr>
        <p:grpSpPr>
          <a:xfrm>
            <a:off x="6720855" y="3859050"/>
            <a:ext cx="2706044" cy="1419613"/>
            <a:chOff x="6720855" y="3859050"/>
            <a:chExt cx="2706044" cy="1419613"/>
          </a:xfrm>
        </p:grpSpPr>
        <p:sp>
          <p:nvSpPr>
            <p:cNvPr id="337" name="Google Shape;337;p21"/>
            <p:cNvSpPr/>
            <p:nvPr/>
          </p:nvSpPr>
          <p:spPr>
            <a:xfrm>
              <a:off x="8007286" y="3859050"/>
              <a:ext cx="1419613" cy="1419613"/>
            </a:xfrm>
            <a:custGeom>
              <a:rect b="b" l="l" r="r" t="t"/>
              <a:pathLst>
                <a:path extrusionOk="0" h="35745" w="35745">
                  <a:moveTo>
                    <a:pt x="17872" y="0"/>
                  </a:moveTo>
                  <a:cubicBezTo>
                    <a:pt x="8009" y="0"/>
                    <a:pt x="0" y="8009"/>
                    <a:pt x="0" y="17872"/>
                  </a:cubicBezTo>
                  <a:cubicBezTo>
                    <a:pt x="0" y="27747"/>
                    <a:pt x="8009" y="35744"/>
                    <a:pt x="17872" y="35744"/>
                  </a:cubicBezTo>
                  <a:cubicBezTo>
                    <a:pt x="27735" y="35744"/>
                    <a:pt x="35744" y="27747"/>
                    <a:pt x="35744" y="17872"/>
                  </a:cubicBezTo>
                  <a:cubicBezTo>
                    <a:pt x="35744" y="8009"/>
                    <a:pt x="27735" y="0"/>
                    <a:pt x="178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6720855" y="4333271"/>
              <a:ext cx="1432309" cy="471184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9" name="Google Shape;339;p21"/>
          <p:cNvGrpSpPr/>
          <p:nvPr/>
        </p:nvGrpSpPr>
        <p:grpSpPr>
          <a:xfrm>
            <a:off x="-3" y="11"/>
            <a:ext cx="1309413" cy="1278013"/>
            <a:chOff x="-3" y="11"/>
            <a:chExt cx="1309413" cy="1278013"/>
          </a:xfrm>
        </p:grpSpPr>
        <p:grpSp>
          <p:nvGrpSpPr>
            <p:cNvPr id="340" name="Google Shape;340;p21"/>
            <p:cNvGrpSpPr/>
            <p:nvPr/>
          </p:nvGrpSpPr>
          <p:grpSpPr>
            <a:xfrm>
              <a:off x="-3" y="11"/>
              <a:ext cx="1309413" cy="1278013"/>
              <a:chOff x="17" y="-17"/>
              <a:chExt cx="840553" cy="834212"/>
            </a:xfrm>
          </p:grpSpPr>
          <p:sp>
            <p:nvSpPr>
              <p:cNvPr id="341" name="Google Shape;341;p21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1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3" name="Google Shape;343;p21"/>
            <p:cNvSpPr/>
            <p:nvPr/>
          </p:nvSpPr>
          <p:spPr>
            <a:xfrm flipH="1">
              <a:off x="253502" y="184123"/>
              <a:ext cx="1055907" cy="1055907"/>
            </a:xfrm>
            <a:custGeom>
              <a:rect b="b" l="l" r="r" t="t"/>
              <a:pathLst>
                <a:path extrusionOk="0" h="35745" w="35745">
                  <a:moveTo>
                    <a:pt x="17872" y="0"/>
                  </a:moveTo>
                  <a:cubicBezTo>
                    <a:pt x="8009" y="0"/>
                    <a:pt x="0" y="8009"/>
                    <a:pt x="0" y="17872"/>
                  </a:cubicBezTo>
                  <a:cubicBezTo>
                    <a:pt x="0" y="27747"/>
                    <a:pt x="8009" y="35744"/>
                    <a:pt x="17872" y="35744"/>
                  </a:cubicBezTo>
                  <a:cubicBezTo>
                    <a:pt x="27735" y="35744"/>
                    <a:pt x="35744" y="27747"/>
                    <a:pt x="35744" y="17872"/>
                  </a:cubicBezTo>
                  <a:cubicBezTo>
                    <a:pt x="35744" y="8009"/>
                    <a:pt x="27735" y="0"/>
                    <a:pt x="178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4" name="Google Shape;344;p21"/>
          <p:cNvSpPr txBox="1"/>
          <p:nvPr>
            <p:ph type="title"/>
          </p:nvPr>
        </p:nvSpPr>
        <p:spPr>
          <a:xfrm>
            <a:off x="713225" y="41025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9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22"/>
          <p:cNvGrpSpPr/>
          <p:nvPr/>
        </p:nvGrpSpPr>
        <p:grpSpPr>
          <a:xfrm>
            <a:off x="6569400" y="0"/>
            <a:ext cx="2574600" cy="1972306"/>
            <a:chOff x="6569400" y="0"/>
            <a:chExt cx="2574600" cy="1972306"/>
          </a:xfrm>
        </p:grpSpPr>
        <p:sp>
          <p:nvSpPr>
            <p:cNvPr id="347" name="Google Shape;347;p22"/>
            <p:cNvSpPr/>
            <p:nvPr/>
          </p:nvSpPr>
          <p:spPr>
            <a:xfrm flipH="1" rot="10800000">
              <a:off x="6569400" y="2318"/>
              <a:ext cx="1287236" cy="1287236"/>
            </a:xfrm>
            <a:custGeom>
              <a:rect b="b" l="l" r="r" t="t"/>
              <a:pathLst>
                <a:path extrusionOk="0" h="47117" w="47117">
                  <a:moveTo>
                    <a:pt x="0" y="1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8" name="Google Shape;348;p22"/>
            <p:cNvGrpSpPr/>
            <p:nvPr/>
          </p:nvGrpSpPr>
          <p:grpSpPr>
            <a:xfrm flipH="1" rot="10800000">
              <a:off x="7204941" y="617401"/>
              <a:ext cx="1362828" cy="1354906"/>
              <a:chOff x="4659706" y="1568197"/>
              <a:chExt cx="874000" cy="868975"/>
            </a:xfrm>
          </p:grpSpPr>
          <p:sp>
            <p:nvSpPr>
              <p:cNvPr id="349" name="Google Shape;349;p22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2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1" name="Google Shape;351;p22"/>
            <p:cNvSpPr/>
            <p:nvPr/>
          </p:nvSpPr>
          <p:spPr>
            <a:xfrm flipH="1" rot="10800000">
              <a:off x="6862277" y="262219"/>
              <a:ext cx="728888" cy="729252"/>
            </a:xfrm>
            <a:custGeom>
              <a:rect b="b" l="l" r="r" t="t"/>
              <a:pathLst>
                <a:path extrusionOk="0" h="26061" w="26048">
                  <a:moveTo>
                    <a:pt x="0" y="1"/>
                  </a:moveTo>
                  <a:lnTo>
                    <a:pt x="0" y="26060"/>
                  </a:lnTo>
                  <a:lnTo>
                    <a:pt x="26048" y="26060"/>
                  </a:lnTo>
                  <a:lnTo>
                    <a:pt x="260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 flipH="1">
              <a:off x="7856715" y="0"/>
              <a:ext cx="1287285" cy="1291855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22"/>
          <p:cNvGrpSpPr/>
          <p:nvPr/>
        </p:nvGrpSpPr>
        <p:grpSpPr>
          <a:xfrm>
            <a:off x="-247338" y="3859037"/>
            <a:ext cx="2588431" cy="1419613"/>
            <a:chOff x="-247338" y="3859037"/>
            <a:chExt cx="2588431" cy="1419613"/>
          </a:xfrm>
        </p:grpSpPr>
        <p:sp>
          <p:nvSpPr>
            <p:cNvPr id="354" name="Google Shape;354;p22"/>
            <p:cNvSpPr/>
            <p:nvPr/>
          </p:nvSpPr>
          <p:spPr>
            <a:xfrm rot="10800000">
              <a:off x="-247338" y="3859037"/>
              <a:ext cx="1419702" cy="1419613"/>
            </a:xfrm>
            <a:custGeom>
              <a:rect b="b" l="l" r="r" t="t"/>
              <a:pathLst>
                <a:path extrusionOk="0" h="35745" w="35745">
                  <a:moveTo>
                    <a:pt x="17872" y="0"/>
                  </a:moveTo>
                  <a:cubicBezTo>
                    <a:pt x="8009" y="0"/>
                    <a:pt x="0" y="8009"/>
                    <a:pt x="0" y="17872"/>
                  </a:cubicBezTo>
                  <a:cubicBezTo>
                    <a:pt x="0" y="27747"/>
                    <a:pt x="8009" y="35744"/>
                    <a:pt x="17872" y="35744"/>
                  </a:cubicBezTo>
                  <a:cubicBezTo>
                    <a:pt x="27735" y="35744"/>
                    <a:pt x="35744" y="27747"/>
                    <a:pt x="35744" y="17872"/>
                  </a:cubicBezTo>
                  <a:cubicBezTo>
                    <a:pt x="35744" y="8009"/>
                    <a:pt x="27735" y="0"/>
                    <a:pt x="178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 rot="10800000">
              <a:off x="908784" y="4333198"/>
              <a:ext cx="1432309" cy="471226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6" name="Google Shape;356;p22"/>
          <p:cNvSpPr txBox="1"/>
          <p:nvPr>
            <p:ph type="title"/>
          </p:nvPr>
        </p:nvSpPr>
        <p:spPr>
          <a:xfrm>
            <a:off x="713225" y="408025"/>
            <a:ext cx="55956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3"/>
          <p:cNvGrpSpPr/>
          <p:nvPr/>
        </p:nvGrpSpPr>
        <p:grpSpPr>
          <a:xfrm>
            <a:off x="-2" y="300"/>
            <a:ext cx="1275707" cy="1389799"/>
            <a:chOff x="-2" y="300"/>
            <a:chExt cx="1275707" cy="1389799"/>
          </a:xfrm>
        </p:grpSpPr>
        <p:grpSp>
          <p:nvGrpSpPr>
            <p:cNvPr id="359" name="Google Shape;359;p23"/>
            <p:cNvGrpSpPr/>
            <p:nvPr/>
          </p:nvGrpSpPr>
          <p:grpSpPr>
            <a:xfrm>
              <a:off x="-2" y="300"/>
              <a:ext cx="1275707" cy="1277929"/>
              <a:chOff x="17" y="-17"/>
              <a:chExt cx="840553" cy="834212"/>
            </a:xfrm>
          </p:grpSpPr>
          <p:sp>
            <p:nvSpPr>
              <p:cNvPr id="360" name="Google Shape;360;p23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3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" name="Google Shape;362;p23"/>
            <p:cNvGrpSpPr/>
            <p:nvPr/>
          </p:nvGrpSpPr>
          <p:grpSpPr>
            <a:xfrm>
              <a:off x="186215" y="342376"/>
              <a:ext cx="1053957" cy="1047723"/>
              <a:chOff x="4659706" y="1568197"/>
              <a:chExt cx="874000" cy="868975"/>
            </a:xfrm>
          </p:grpSpPr>
          <p:sp>
            <p:nvSpPr>
              <p:cNvPr id="363" name="Google Shape;363;p23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3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5" name="Google Shape;365;p23"/>
          <p:cNvSpPr txBox="1"/>
          <p:nvPr>
            <p:ph type="title"/>
          </p:nvPr>
        </p:nvSpPr>
        <p:spPr>
          <a:xfrm>
            <a:off x="713100" y="40885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6" name="Google Shape;366;p23"/>
          <p:cNvGrpSpPr/>
          <p:nvPr/>
        </p:nvGrpSpPr>
        <p:grpSpPr>
          <a:xfrm>
            <a:off x="6562127" y="2569575"/>
            <a:ext cx="2583547" cy="2575113"/>
            <a:chOff x="6562127" y="2569575"/>
            <a:chExt cx="2583547" cy="2575113"/>
          </a:xfrm>
        </p:grpSpPr>
        <p:grpSp>
          <p:nvGrpSpPr>
            <p:cNvPr id="367" name="Google Shape;367;p23"/>
            <p:cNvGrpSpPr/>
            <p:nvPr/>
          </p:nvGrpSpPr>
          <p:grpSpPr>
            <a:xfrm flipH="1">
              <a:off x="6562127" y="3859084"/>
              <a:ext cx="1295628" cy="1285604"/>
              <a:chOff x="17" y="-17"/>
              <a:chExt cx="840553" cy="834212"/>
            </a:xfrm>
          </p:grpSpPr>
          <p:sp>
            <p:nvSpPr>
              <p:cNvPr id="368" name="Google Shape;368;p23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3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0" name="Google Shape;370;p23"/>
            <p:cNvSpPr/>
            <p:nvPr/>
          </p:nvSpPr>
          <p:spPr>
            <a:xfrm flipH="1" rot="10800000">
              <a:off x="7856700" y="3859118"/>
              <a:ext cx="1287285" cy="1285557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3"/>
            <p:cNvSpPr/>
            <p:nvPr/>
          </p:nvSpPr>
          <p:spPr>
            <a:xfrm>
              <a:off x="7077715" y="4315175"/>
              <a:ext cx="793182" cy="793182"/>
            </a:xfrm>
            <a:custGeom>
              <a:rect b="b" l="l" r="r" t="t"/>
              <a:pathLst>
                <a:path extrusionOk="0" h="35745" w="35745">
                  <a:moveTo>
                    <a:pt x="17872" y="0"/>
                  </a:moveTo>
                  <a:cubicBezTo>
                    <a:pt x="8009" y="0"/>
                    <a:pt x="0" y="8009"/>
                    <a:pt x="0" y="17872"/>
                  </a:cubicBezTo>
                  <a:cubicBezTo>
                    <a:pt x="0" y="27747"/>
                    <a:pt x="8009" y="35744"/>
                    <a:pt x="17872" y="35744"/>
                  </a:cubicBezTo>
                  <a:cubicBezTo>
                    <a:pt x="27735" y="35744"/>
                    <a:pt x="35744" y="27747"/>
                    <a:pt x="35744" y="17872"/>
                  </a:cubicBezTo>
                  <a:cubicBezTo>
                    <a:pt x="35744" y="8009"/>
                    <a:pt x="27735" y="0"/>
                    <a:pt x="178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3"/>
            <p:cNvSpPr/>
            <p:nvPr/>
          </p:nvSpPr>
          <p:spPr>
            <a:xfrm>
              <a:off x="7856200" y="2569575"/>
              <a:ext cx="1289474" cy="1289474"/>
            </a:xfrm>
            <a:custGeom>
              <a:rect b="b" l="l" r="r" t="t"/>
              <a:pathLst>
                <a:path extrusionOk="0" h="47117" w="47117">
                  <a:moveTo>
                    <a:pt x="0" y="1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3"/>
            <p:cNvSpPr/>
            <p:nvPr/>
          </p:nvSpPr>
          <p:spPr>
            <a:xfrm>
              <a:off x="8019767" y="2733138"/>
              <a:ext cx="962345" cy="962345"/>
            </a:xfrm>
            <a:custGeom>
              <a:rect b="b" l="l" r="r" t="t"/>
              <a:pathLst>
                <a:path extrusionOk="0" h="35745" w="35745">
                  <a:moveTo>
                    <a:pt x="17872" y="0"/>
                  </a:moveTo>
                  <a:cubicBezTo>
                    <a:pt x="8009" y="0"/>
                    <a:pt x="0" y="8009"/>
                    <a:pt x="0" y="17872"/>
                  </a:cubicBezTo>
                  <a:cubicBezTo>
                    <a:pt x="0" y="27747"/>
                    <a:pt x="8009" y="35744"/>
                    <a:pt x="17872" y="35744"/>
                  </a:cubicBezTo>
                  <a:cubicBezTo>
                    <a:pt x="27735" y="35744"/>
                    <a:pt x="35744" y="27747"/>
                    <a:pt x="35744" y="17872"/>
                  </a:cubicBezTo>
                  <a:cubicBezTo>
                    <a:pt x="35744" y="8009"/>
                    <a:pt x="27735" y="0"/>
                    <a:pt x="178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22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24"/>
          <p:cNvGrpSpPr/>
          <p:nvPr/>
        </p:nvGrpSpPr>
        <p:grpSpPr>
          <a:xfrm flipH="1">
            <a:off x="6586221" y="-2"/>
            <a:ext cx="2574351" cy="5143505"/>
            <a:chOff x="-13554" y="-2"/>
            <a:chExt cx="2574351" cy="5143505"/>
          </a:xfrm>
        </p:grpSpPr>
        <p:grpSp>
          <p:nvGrpSpPr>
            <p:cNvPr id="376" name="Google Shape;376;p24"/>
            <p:cNvGrpSpPr/>
            <p:nvPr/>
          </p:nvGrpSpPr>
          <p:grpSpPr>
            <a:xfrm flipH="1">
              <a:off x="-13554" y="2571517"/>
              <a:ext cx="1293947" cy="1282935"/>
              <a:chOff x="17" y="-17"/>
              <a:chExt cx="840553" cy="834212"/>
            </a:xfrm>
          </p:grpSpPr>
          <p:sp>
            <p:nvSpPr>
              <p:cNvPr id="377" name="Google Shape;377;p24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4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9" name="Google Shape;379;p24"/>
            <p:cNvSpPr/>
            <p:nvPr/>
          </p:nvSpPr>
          <p:spPr>
            <a:xfrm rot="10800000">
              <a:off x="-5" y="1291126"/>
              <a:ext cx="1280404" cy="1280404"/>
            </a:xfrm>
            <a:custGeom>
              <a:rect b="b" l="l" r="r" t="t"/>
              <a:pathLst>
                <a:path extrusionOk="0" h="47117" w="47117">
                  <a:moveTo>
                    <a:pt x="0" y="1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0" name="Google Shape;380;p24"/>
            <p:cNvGrpSpPr/>
            <p:nvPr/>
          </p:nvGrpSpPr>
          <p:grpSpPr>
            <a:xfrm rot="10800000">
              <a:off x="814264" y="548645"/>
              <a:ext cx="1355574" cy="1347693"/>
              <a:chOff x="4659706" y="1568197"/>
              <a:chExt cx="874000" cy="868975"/>
            </a:xfrm>
          </p:grpSpPr>
          <p:sp>
            <p:nvSpPr>
              <p:cNvPr id="381" name="Google Shape;381;p24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4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3" name="Google Shape;383;p24"/>
            <p:cNvSpPr/>
            <p:nvPr/>
          </p:nvSpPr>
          <p:spPr>
            <a:xfrm rot="10800000">
              <a:off x="264105" y="1549696"/>
              <a:ext cx="724981" cy="725343"/>
            </a:xfrm>
            <a:custGeom>
              <a:rect b="b" l="l" r="r" t="t"/>
              <a:pathLst>
                <a:path extrusionOk="0" h="26061" w="26048">
                  <a:moveTo>
                    <a:pt x="0" y="1"/>
                  </a:moveTo>
                  <a:lnTo>
                    <a:pt x="0" y="26060"/>
                  </a:lnTo>
                  <a:lnTo>
                    <a:pt x="26048" y="26060"/>
                  </a:lnTo>
                  <a:lnTo>
                    <a:pt x="260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4"/>
            <p:cNvSpPr/>
            <p:nvPr/>
          </p:nvSpPr>
          <p:spPr>
            <a:xfrm>
              <a:off x="-6" y="-2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5" name="Google Shape;385;p24"/>
            <p:cNvGrpSpPr/>
            <p:nvPr/>
          </p:nvGrpSpPr>
          <p:grpSpPr>
            <a:xfrm>
              <a:off x="46" y="3855795"/>
              <a:ext cx="1277903" cy="1287708"/>
              <a:chOff x="3799150" y="2868025"/>
              <a:chExt cx="1178225" cy="1177925"/>
            </a:xfrm>
          </p:grpSpPr>
          <p:sp>
            <p:nvSpPr>
              <p:cNvPr id="386" name="Google Shape;386;p24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4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8" name="Google Shape;388;p24"/>
            <p:cNvSpPr/>
            <p:nvPr/>
          </p:nvSpPr>
          <p:spPr>
            <a:xfrm>
              <a:off x="1280375" y="4244688"/>
              <a:ext cx="1280423" cy="426025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9" name="Google Shape;389;p24"/>
          <p:cNvSpPr txBox="1"/>
          <p:nvPr>
            <p:ph type="title"/>
          </p:nvPr>
        </p:nvSpPr>
        <p:spPr>
          <a:xfrm>
            <a:off x="713100" y="40885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0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25"/>
          <p:cNvGrpSpPr/>
          <p:nvPr/>
        </p:nvGrpSpPr>
        <p:grpSpPr>
          <a:xfrm>
            <a:off x="1" y="-1"/>
            <a:ext cx="1347150" cy="1500202"/>
            <a:chOff x="1" y="-1"/>
            <a:chExt cx="1347150" cy="1500202"/>
          </a:xfrm>
        </p:grpSpPr>
        <p:grpSp>
          <p:nvGrpSpPr>
            <p:cNvPr id="392" name="Google Shape;392;p25"/>
            <p:cNvGrpSpPr/>
            <p:nvPr/>
          </p:nvGrpSpPr>
          <p:grpSpPr>
            <a:xfrm>
              <a:off x="1" y="-1"/>
              <a:ext cx="1285877" cy="1145457"/>
              <a:chOff x="17" y="-17"/>
              <a:chExt cx="840553" cy="834212"/>
            </a:xfrm>
          </p:grpSpPr>
          <p:sp>
            <p:nvSpPr>
              <p:cNvPr id="393" name="Google Shape;393;p25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5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" name="Google Shape;395;p25"/>
            <p:cNvGrpSpPr/>
            <p:nvPr/>
          </p:nvGrpSpPr>
          <p:grpSpPr>
            <a:xfrm>
              <a:off x="202123" y="361930"/>
              <a:ext cx="1145027" cy="1138270"/>
              <a:chOff x="4659706" y="1568197"/>
              <a:chExt cx="874000" cy="868975"/>
            </a:xfrm>
          </p:grpSpPr>
          <p:sp>
            <p:nvSpPr>
              <p:cNvPr id="396" name="Google Shape;396;p25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5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8" name="Google Shape;398;p25"/>
          <p:cNvGrpSpPr/>
          <p:nvPr/>
        </p:nvGrpSpPr>
        <p:grpSpPr>
          <a:xfrm>
            <a:off x="7210402" y="3"/>
            <a:ext cx="1933598" cy="1412944"/>
            <a:chOff x="7210402" y="3"/>
            <a:chExt cx="1933598" cy="1412944"/>
          </a:xfrm>
        </p:grpSpPr>
        <p:sp>
          <p:nvSpPr>
            <p:cNvPr id="399" name="Google Shape;399;p25"/>
            <p:cNvSpPr/>
            <p:nvPr/>
          </p:nvSpPr>
          <p:spPr>
            <a:xfrm flipH="1">
              <a:off x="7210402" y="491675"/>
              <a:ext cx="1926595" cy="426025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5"/>
            <p:cNvSpPr/>
            <p:nvPr/>
          </p:nvSpPr>
          <p:spPr>
            <a:xfrm flipH="1">
              <a:off x="7863584" y="3"/>
              <a:ext cx="1280416" cy="128496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1" name="Google Shape;401;p25"/>
            <p:cNvGrpSpPr/>
            <p:nvPr/>
          </p:nvGrpSpPr>
          <p:grpSpPr>
            <a:xfrm flipH="1">
              <a:off x="7351246" y="206810"/>
              <a:ext cx="1213199" cy="1206137"/>
              <a:chOff x="4659706" y="1568197"/>
              <a:chExt cx="874000" cy="868975"/>
            </a:xfrm>
          </p:grpSpPr>
          <p:sp>
            <p:nvSpPr>
              <p:cNvPr id="402" name="Google Shape;402;p25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rgbClr val="AA8C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5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rgbClr val="AA8C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04" name="Google Shape;404;p25"/>
          <p:cNvSpPr txBox="1"/>
          <p:nvPr>
            <p:ph type="title"/>
          </p:nvPr>
        </p:nvSpPr>
        <p:spPr>
          <a:xfrm>
            <a:off x="713225" y="408463"/>
            <a:ext cx="77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5" name="Google Shape;405;p25"/>
          <p:cNvSpPr txBox="1"/>
          <p:nvPr>
            <p:ph idx="1" type="subTitle"/>
          </p:nvPr>
        </p:nvSpPr>
        <p:spPr>
          <a:xfrm>
            <a:off x="659201" y="3344625"/>
            <a:ext cx="21678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25"/>
          <p:cNvSpPr txBox="1"/>
          <p:nvPr>
            <p:ph idx="2" type="subTitle"/>
          </p:nvPr>
        </p:nvSpPr>
        <p:spPr>
          <a:xfrm>
            <a:off x="3518600" y="3344625"/>
            <a:ext cx="21678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25"/>
          <p:cNvSpPr txBox="1"/>
          <p:nvPr>
            <p:ph idx="3" type="subTitle"/>
          </p:nvPr>
        </p:nvSpPr>
        <p:spPr>
          <a:xfrm>
            <a:off x="659200" y="3736163"/>
            <a:ext cx="216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25"/>
          <p:cNvSpPr txBox="1"/>
          <p:nvPr>
            <p:ph idx="4" type="subTitle"/>
          </p:nvPr>
        </p:nvSpPr>
        <p:spPr>
          <a:xfrm>
            <a:off x="3518600" y="3736163"/>
            <a:ext cx="216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25"/>
          <p:cNvSpPr txBox="1"/>
          <p:nvPr>
            <p:ph hasCustomPrompt="1" idx="5" type="title"/>
          </p:nvPr>
        </p:nvSpPr>
        <p:spPr>
          <a:xfrm>
            <a:off x="659199" y="1624688"/>
            <a:ext cx="2167800" cy="4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410" name="Google Shape;410;p25"/>
          <p:cNvSpPr txBox="1"/>
          <p:nvPr>
            <p:ph hasCustomPrompt="1" idx="6" type="title"/>
          </p:nvPr>
        </p:nvSpPr>
        <p:spPr>
          <a:xfrm>
            <a:off x="3486713" y="1624688"/>
            <a:ext cx="2167800" cy="4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411" name="Google Shape;411;p25"/>
          <p:cNvSpPr txBox="1"/>
          <p:nvPr>
            <p:ph idx="7" type="subTitle"/>
          </p:nvPr>
        </p:nvSpPr>
        <p:spPr>
          <a:xfrm>
            <a:off x="6378000" y="3344625"/>
            <a:ext cx="21678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25"/>
          <p:cNvSpPr txBox="1"/>
          <p:nvPr>
            <p:ph idx="8" type="subTitle"/>
          </p:nvPr>
        </p:nvSpPr>
        <p:spPr>
          <a:xfrm>
            <a:off x="6377988" y="3736163"/>
            <a:ext cx="216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25"/>
          <p:cNvSpPr txBox="1"/>
          <p:nvPr>
            <p:ph hasCustomPrompt="1" idx="9" type="title"/>
          </p:nvPr>
        </p:nvSpPr>
        <p:spPr>
          <a:xfrm>
            <a:off x="6378001" y="1624688"/>
            <a:ext cx="2167800" cy="4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3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6"/>
          <p:cNvSpPr txBox="1"/>
          <p:nvPr>
            <p:ph idx="1" type="subTitle"/>
          </p:nvPr>
        </p:nvSpPr>
        <p:spPr>
          <a:xfrm>
            <a:off x="4544575" y="1439700"/>
            <a:ext cx="386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26"/>
          <p:cNvSpPr txBox="1"/>
          <p:nvPr>
            <p:ph hasCustomPrompt="1" type="title"/>
          </p:nvPr>
        </p:nvSpPr>
        <p:spPr>
          <a:xfrm>
            <a:off x="4544575" y="1039450"/>
            <a:ext cx="3867900" cy="4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100"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417" name="Google Shape;417;p26"/>
          <p:cNvSpPr txBox="1"/>
          <p:nvPr>
            <p:ph idx="2" type="subTitle"/>
          </p:nvPr>
        </p:nvSpPr>
        <p:spPr>
          <a:xfrm>
            <a:off x="4544575" y="2573225"/>
            <a:ext cx="386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26"/>
          <p:cNvSpPr txBox="1"/>
          <p:nvPr>
            <p:ph hasCustomPrompt="1" idx="3" type="title"/>
          </p:nvPr>
        </p:nvSpPr>
        <p:spPr>
          <a:xfrm>
            <a:off x="4544575" y="2172962"/>
            <a:ext cx="3867900" cy="4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100"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419" name="Google Shape;419;p26"/>
          <p:cNvSpPr txBox="1"/>
          <p:nvPr>
            <p:ph idx="4" type="subTitle"/>
          </p:nvPr>
        </p:nvSpPr>
        <p:spPr>
          <a:xfrm>
            <a:off x="4544575" y="3706725"/>
            <a:ext cx="386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26"/>
          <p:cNvSpPr txBox="1"/>
          <p:nvPr>
            <p:ph hasCustomPrompt="1" idx="5" type="title"/>
          </p:nvPr>
        </p:nvSpPr>
        <p:spPr>
          <a:xfrm>
            <a:off x="4544575" y="3306474"/>
            <a:ext cx="3867900" cy="4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3100"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grpSp>
        <p:nvGrpSpPr>
          <p:cNvPr id="421" name="Google Shape;421;p26"/>
          <p:cNvGrpSpPr/>
          <p:nvPr/>
        </p:nvGrpSpPr>
        <p:grpSpPr>
          <a:xfrm>
            <a:off x="1295903" y="3866917"/>
            <a:ext cx="1311346" cy="1278013"/>
            <a:chOff x="17" y="-17"/>
            <a:chExt cx="840553" cy="834212"/>
          </a:xfrm>
        </p:grpSpPr>
        <p:sp>
          <p:nvSpPr>
            <p:cNvPr id="422" name="Google Shape;422;p26"/>
            <p:cNvSpPr/>
            <p:nvPr/>
          </p:nvSpPr>
          <p:spPr>
            <a:xfrm rot="5400000">
              <a:off x="6588" y="215"/>
              <a:ext cx="834212" cy="833749"/>
            </a:xfrm>
            <a:custGeom>
              <a:rect b="b" l="l" r="r" t="t"/>
              <a:pathLst>
                <a:path extrusionOk="0" h="25225" w="25239">
                  <a:moveTo>
                    <a:pt x="0" y="0"/>
                  </a:moveTo>
                  <a:lnTo>
                    <a:pt x="0" y="25224"/>
                  </a:lnTo>
                  <a:lnTo>
                    <a:pt x="25238" y="25224"/>
                  </a:lnTo>
                  <a:lnTo>
                    <a:pt x="25238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6"/>
            <p:cNvSpPr/>
            <p:nvPr/>
          </p:nvSpPr>
          <p:spPr>
            <a:xfrm rot="5400000">
              <a:off x="17" y="-17"/>
              <a:ext cx="832890" cy="832890"/>
            </a:xfrm>
            <a:custGeom>
              <a:rect b="b" l="l" r="r" t="t"/>
              <a:pathLst>
                <a:path extrusionOk="0" h="25199" w="25199">
                  <a:moveTo>
                    <a:pt x="0" y="1"/>
                  </a:moveTo>
                  <a:lnTo>
                    <a:pt x="0" y="25199"/>
                  </a:lnTo>
                  <a:lnTo>
                    <a:pt x="25198" y="25199"/>
                  </a:lnTo>
                  <a:cubicBezTo>
                    <a:pt x="25198" y="11279"/>
                    <a:pt x="13920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4" name="Google Shape;424;p26"/>
          <p:cNvGrpSpPr/>
          <p:nvPr/>
        </p:nvGrpSpPr>
        <p:grpSpPr>
          <a:xfrm>
            <a:off x="-4" y="-1425"/>
            <a:ext cx="3847588" cy="5146355"/>
            <a:chOff x="-4" y="-1425"/>
            <a:chExt cx="3847588" cy="5146355"/>
          </a:xfrm>
        </p:grpSpPr>
        <p:sp>
          <p:nvSpPr>
            <p:cNvPr id="425" name="Google Shape;425;p26"/>
            <p:cNvSpPr/>
            <p:nvPr/>
          </p:nvSpPr>
          <p:spPr>
            <a:xfrm>
              <a:off x="1311368" y="1435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6"/>
            <p:cNvSpPr/>
            <p:nvPr/>
          </p:nvSpPr>
          <p:spPr>
            <a:xfrm flipH="1">
              <a:off x="-4" y="-1425"/>
              <a:ext cx="1311409" cy="5145201"/>
            </a:xfrm>
            <a:custGeom>
              <a:rect b="b" l="l" r="r" t="t"/>
              <a:pathLst>
                <a:path extrusionOk="0" h="47545" w="47866">
                  <a:moveTo>
                    <a:pt x="1" y="0"/>
                  </a:moveTo>
                  <a:lnTo>
                    <a:pt x="1" y="47544"/>
                  </a:lnTo>
                  <a:lnTo>
                    <a:pt x="47865" y="47544"/>
                  </a:lnTo>
                  <a:lnTo>
                    <a:pt x="478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7" name="Google Shape;427;p26"/>
            <p:cNvGrpSpPr/>
            <p:nvPr/>
          </p:nvGrpSpPr>
          <p:grpSpPr>
            <a:xfrm flipH="1">
              <a:off x="1311413" y="1418"/>
              <a:ext cx="1517264" cy="1508454"/>
              <a:chOff x="4659706" y="1568197"/>
              <a:chExt cx="874000" cy="868975"/>
            </a:xfrm>
          </p:grpSpPr>
          <p:sp>
            <p:nvSpPr>
              <p:cNvPr id="428" name="Google Shape;428;p26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rgbClr val="AA8C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6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rgbClr val="AA8C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0" name="Google Shape;430;p26"/>
            <p:cNvGrpSpPr/>
            <p:nvPr/>
          </p:nvGrpSpPr>
          <p:grpSpPr>
            <a:xfrm>
              <a:off x="28" y="3866917"/>
              <a:ext cx="1311346" cy="1278013"/>
              <a:chOff x="17" y="-17"/>
              <a:chExt cx="840553" cy="834212"/>
            </a:xfrm>
          </p:grpSpPr>
          <p:sp>
            <p:nvSpPr>
              <p:cNvPr id="431" name="Google Shape;431;p26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6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3" name="Google Shape;433;p26"/>
            <p:cNvSpPr/>
            <p:nvPr/>
          </p:nvSpPr>
          <p:spPr>
            <a:xfrm flipH="1">
              <a:off x="1311389" y="2535150"/>
              <a:ext cx="663737" cy="1331785"/>
            </a:xfrm>
            <a:custGeom>
              <a:rect b="b" l="l" r="r" t="t"/>
              <a:pathLst>
                <a:path extrusionOk="0" h="47568" w="23707">
                  <a:moveTo>
                    <a:pt x="23707" y="1"/>
                  </a:moveTo>
                  <a:cubicBezTo>
                    <a:pt x="10612" y="1"/>
                    <a:pt x="0" y="10553"/>
                    <a:pt x="0" y="23564"/>
                  </a:cubicBezTo>
                  <a:lnTo>
                    <a:pt x="0" y="24028"/>
                  </a:lnTo>
                  <a:cubicBezTo>
                    <a:pt x="0" y="37040"/>
                    <a:pt x="10612" y="47568"/>
                    <a:pt x="23707" y="47568"/>
                  </a:cubicBezTo>
                  <a:lnTo>
                    <a:pt x="2370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6"/>
            <p:cNvSpPr/>
            <p:nvPr/>
          </p:nvSpPr>
          <p:spPr>
            <a:xfrm flipH="1">
              <a:off x="992930" y="2932466"/>
              <a:ext cx="617177" cy="613173"/>
            </a:xfrm>
            <a:custGeom>
              <a:rect b="b" l="l" r="r" t="t"/>
              <a:pathLst>
                <a:path extrusionOk="0" h="21901" w="22044">
                  <a:moveTo>
                    <a:pt x="11016" y="0"/>
                  </a:moveTo>
                  <a:cubicBezTo>
                    <a:pt x="4932" y="0"/>
                    <a:pt x="0" y="4908"/>
                    <a:pt x="0" y="10956"/>
                  </a:cubicBezTo>
                  <a:cubicBezTo>
                    <a:pt x="0" y="16993"/>
                    <a:pt x="4932" y="21900"/>
                    <a:pt x="11016" y="21900"/>
                  </a:cubicBezTo>
                  <a:cubicBezTo>
                    <a:pt x="17100" y="21900"/>
                    <a:pt x="22043" y="16993"/>
                    <a:pt x="22043" y="10956"/>
                  </a:cubicBezTo>
                  <a:cubicBezTo>
                    <a:pt x="22043" y="4908"/>
                    <a:pt x="17100" y="0"/>
                    <a:pt x="110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6"/>
            <p:cNvSpPr/>
            <p:nvPr/>
          </p:nvSpPr>
          <p:spPr>
            <a:xfrm flipH="1">
              <a:off x="293216" y="1409310"/>
              <a:ext cx="724981" cy="725343"/>
            </a:xfrm>
            <a:custGeom>
              <a:rect b="b" l="l" r="r" t="t"/>
              <a:pathLst>
                <a:path extrusionOk="0" h="26061" w="26048">
                  <a:moveTo>
                    <a:pt x="0" y="1"/>
                  </a:moveTo>
                  <a:lnTo>
                    <a:pt x="0" y="26060"/>
                  </a:lnTo>
                  <a:lnTo>
                    <a:pt x="26048" y="26060"/>
                  </a:lnTo>
                  <a:lnTo>
                    <a:pt x="260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6"/>
            <p:cNvSpPr/>
            <p:nvPr/>
          </p:nvSpPr>
          <p:spPr>
            <a:xfrm flipH="1">
              <a:off x="1305445" y="2147200"/>
              <a:ext cx="1280423" cy="426025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6"/>
            <p:cNvSpPr/>
            <p:nvPr/>
          </p:nvSpPr>
          <p:spPr>
            <a:xfrm flipH="1">
              <a:off x="2567168" y="2571348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4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9" name="Google Shape;439;p27"/>
          <p:cNvGrpSpPr/>
          <p:nvPr/>
        </p:nvGrpSpPr>
        <p:grpSpPr>
          <a:xfrm>
            <a:off x="5302797" y="-434"/>
            <a:ext cx="3841215" cy="5144347"/>
            <a:chOff x="5302797" y="-434"/>
            <a:chExt cx="3841215" cy="5144347"/>
          </a:xfrm>
        </p:grpSpPr>
        <p:grpSp>
          <p:nvGrpSpPr>
            <p:cNvPr id="440" name="Google Shape;440;p27"/>
            <p:cNvGrpSpPr/>
            <p:nvPr/>
          </p:nvGrpSpPr>
          <p:grpSpPr>
            <a:xfrm>
              <a:off x="6564936" y="1287290"/>
              <a:ext cx="1309413" cy="1278013"/>
              <a:chOff x="17" y="-17"/>
              <a:chExt cx="840553" cy="834212"/>
            </a:xfrm>
          </p:grpSpPr>
          <p:sp>
            <p:nvSpPr>
              <p:cNvPr id="441" name="Google Shape;441;p27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7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3" name="Google Shape;443;p27"/>
            <p:cNvSpPr/>
            <p:nvPr/>
          </p:nvSpPr>
          <p:spPr>
            <a:xfrm flipH="1">
              <a:off x="7860454" y="-425"/>
              <a:ext cx="1283558" cy="5133563"/>
            </a:xfrm>
            <a:custGeom>
              <a:rect b="b" l="l" r="r" t="t"/>
              <a:pathLst>
                <a:path extrusionOk="0" h="47544" w="47390">
                  <a:moveTo>
                    <a:pt x="0" y="0"/>
                  </a:moveTo>
                  <a:lnTo>
                    <a:pt x="0" y="47544"/>
                  </a:lnTo>
                  <a:lnTo>
                    <a:pt x="47390" y="47544"/>
                  </a:lnTo>
                  <a:lnTo>
                    <a:pt x="473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4" name="Google Shape;444;p27"/>
            <p:cNvGrpSpPr/>
            <p:nvPr/>
          </p:nvGrpSpPr>
          <p:grpSpPr>
            <a:xfrm>
              <a:off x="6564445" y="-434"/>
              <a:ext cx="1296012" cy="1287708"/>
              <a:chOff x="3792829" y="2868029"/>
              <a:chExt cx="1184546" cy="1177925"/>
            </a:xfrm>
          </p:grpSpPr>
          <p:sp>
            <p:nvSpPr>
              <p:cNvPr id="445" name="Google Shape;445;p27"/>
              <p:cNvSpPr/>
              <p:nvPr/>
            </p:nvSpPr>
            <p:spPr>
              <a:xfrm>
                <a:off x="3792829" y="2868029"/>
                <a:ext cx="1184286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7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7" name="Google Shape;447;p27"/>
            <p:cNvGrpSpPr/>
            <p:nvPr/>
          </p:nvGrpSpPr>
          <p:grpSpPr>
            <a:xfrm flipH="1">
              <a:off x="7860412" y="-430"/>
              <a:ext cx="1283558" cy="1287708"/>
              <a:chOff x="3799150" y="2868025"/>
              <a:chExt cx="1178225" cy="1177925"/>
            </a:xfrm>
          </p:grpSpPr>
          <p:sp>
            <p:nvSpPr>
              <p:cNvPr id="448" name="Google Shape;448;p27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7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0" name="Google Shape;450;p27"/>
            <p:cNvGrpSpPr/>
            <p:nvPr/>
          </p:nvGrpSpPr>
          <p:grpSpPr>
            <a:xfrm>
              <a:off x="6577037" y="2566524"/>
              <a:ext cx="1290080" cy="1278013"/>
              <a:chOff x="17" y="-17"/>
              <a:chExt cx="840553" cy="834212"/>
            </a:xfrm>
          </p:grpSpPr>
          <p:sp>
            <p:nvSpPr>
              <p:cNvPr id="451" name="Google Shape;451;p27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7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3" name="Google Shape;453;p27"/>
            <p:cNvGrpSpPr/>
            <p:nvPr/>
          </p:nvGrpSpPr>
          <p:grpSpPr>
            <a:xfrm flipH="1">
              <a:off x="5821668" y="1817106"/>
              <a:ext cx="1517264" cy="1508454"/>
              <a:chOff x="4659706" y="1568197"/>
              <a:chExt cx="874000" cy="868975"/>
            </a:xfrm>
          </p:grpSpPr>
          <p:sp>
            <p:nvSpPr>
              <p:cNvPr id="454" name="Google Shape;454;p27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7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6" name="Google Shape;456;p27"/>
            <p:cNvSpPr/>
            <p:nvPr/>
          </p:nvSpPr>
          <p:spPr>
            <a:xfrm>
              <a:off x="6576860" y="3845475"/>
              <a:ext cx="1283231" cy="1287708"/>
            </a:xfrm>
            <a:custGeom>
              <a:rect b="b" l="l" r="r" t="t"/>
              <a:pathLst>
                <a:path extrusionOk="0" h="47117" w="47117">
                  <a:moveTo>
                    <a:pt x="0" y="0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7"/>
            <p:cNvSpPr/>
            <p:nvPr/>
          </p:nvSpPr>
          <p:spPr>
            <a:xfrm flipH="1">
              <a:off x="6856146" y="4126660"/>
              <a:ext cx="724981" cy="725343"/>
            </a:xfrm>
            <a:custGeom>
              <a:rect b="b" l="l" r="r" t="t"/>
              <a:pathLst>
                <a:path extrusionOk="0" h="26061" w="26048">
                  <a:moveTo>
                    <a:pt x="0" y="1"/>
                  </a:moveTo>
                  <a:lnTo>
                    <a:pt x="0" y="26060"/>
                  </a:lnTo>
                  <a:lnTo>
                    <a:pt x="26048" y="26060"/>
                  </a:lnTo>
                  <a:lnTo>
                    <a:pt x="260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8" name="Google Shape;458;p27"/>
            <p:cNvGrpSpPr/>
            <p:nvPr/>
          </p:nvGrpSpPr>
          <p:grpSpPr>
            <a:xfrm flipH="1">
              <a:off x="7887075" y="2417355"/>
              <a:ext cx="1230221" cy="1576053"/>
              <a:chOff x="1559800" y="477475"/>
              <a:chExt cx="944725" cy="1210300"/>
            </a:xfrm>
          </p:grpSpPr>
          <p:sp>
            <p:nvSpPr>
              <p:cNvPr id="459" name="Google Shape;459;p27"/>
              <p:cNvSpPr/>
              <p:nvPr/>
            </p:nvSpPr>
            <p:spPr>
              <a:xfrm>
                <a:off x="1559800" y="477475"/>
                <a:ext cx="944725" cy="475350"/>
              </a:xfrm>
              <a:custGeom>
                <a:rect b="b" l="l" r="r" t="t"/>
                <a:pathLst>
                  <a:path extrusionOk="0" h="19014" w="37789">
                    <a:moveTo>
                      <a:pt x="0" y="0"/>
                    </a:moveTo>
                    <a:lnTo>
                      <a:pt x="19001" y="19013"/>
                    </a:lnTo>
                    <a:lnTo>
                      <a:pt x="37788" y="226"/>
                    </a:lnTo>
                    <a:lnTo>
                      <a:pt x="37776" y="21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7"/>
              <p:cNvSpPr/>
              <p:nvPr/>
            </p:nvSpPr>
            <p:spPr>
              <a:xfrm>
                <a:off x="1559800" y="847325"/>
                <a:ext cx="944725" cy="475350"/>
              </a:xfrm>
              <a:custGeom>
                <a:rect b="b" l="l" r="r" t="t"/>
                <a:pathLst>
                  <a:path extrusionOk="0" h="19014" w="37789">
                    <a:moveTo>
                      <a:pt x="12" y="1"/>
                    </a:moveTo>
                    <a:lnTo>
                      <a:pt x="0" y="24"/>
                    </a:lnTo>
                    <a:lnTo>
                      <a:pt x="19001" y="19013"/>
                    </a:lnTo>
                    <a:lnTo>
                      <a:pt x="37788" y="238"/>
                    </a:lnTo>
                    <a:lnTo>
                      <a:pt x="37776" y="226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7"/>
              <p:cNvSpPr/>
              <p:nvPr/>
            </p:nvSpPr>
            <p:spPr>
              <a:xfrm>
                <a:off x="1563075" y="1215700"/>
                <a:ext cx="938175" cy="472075"/>
              </a:xfrm>
              <a:custGeom>
                <a:rect b="b" l="l" r="r" t="t"/>
                <a:pathLst>
                  <a:path extrusionOk="0" h="18883" w="37527">
                    <a:moveTo>
                      <a:pt x="12" y="1"/>
                    </a:moveTo>
                    <a:lnTo>
                      <a:pt x="0" y="24"/>
                    </a:lnTo>
                    <a:lnTo>
                      <a:pt x="18870" y="18882"/>
                    </a:lnTo>
                    <a:lnTo>
                      <a:pt x="37527" y="238"/>
                    </a:lnTo>
                    <a:lnTo>
                      <a:pt x="37503" y="226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2" name="Google Shape;462;p27"/>
            <p:cNvSpPr/>
            <p:nvPr/>
          </p:nvSpPr>
          <p:spPr>
            <a:xfrm flipH="1">
              <a:off x="5302797" y="3859010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" name="Google Shape;463;p27"/>
          <p:cNvSpPr txBox="1"/>
          <p:nvPr>
            <p:ph type="title"/>
          </p:nvPr>
        </p:nvSpPr>
        <p:spPr>
          <a:xfrm>
            <a:off x="713425" y="408875"/>
            <a:ext cx="585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4" name="Google Shape;464;p27"/>
          <p:cNvSpPr txBox="1"/>
          <p:nvPr>
            <p:ph idx="1" type="subTitle"/>
          </p:nvPr>
        </p:nvSpPr>
        <p:spPr>
          <a:xfrm>
            <a:off x="713225" y="1617675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27"/>
          <p:cNvSpPr txBox="1"/>
          <p:nvPr>
            <p:ph idx="2" type="subTitle"/>
          </p:nvPr>
        </p:nvSpPr>
        <p:spPr>
          <a:xfrm>
            <a:off x="2850350" y="1617675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27"/>
          <p:cNvSpPr txBox="1"/>
          <p:nvPr>
            <p:ph idx="3" type="subTitle"/>
          </p:nvPr>
        </p:nvSpPr>
        <p:spPr>
          <a:xfrm>
            <a:off x="713425" y="2002725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27"/>
          <p:cNvSpPr txBox="1"/>
          <p:nvPr>
            <p:ph idx="4" type="subTitle"/>
          </p:nvPr>
        </p:nvSpPr>
        <p:spPr>
          <a:xfrm>
            <a:off x="2850450" y="2002725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27"/>
          <p:cNvSpPr txBox="1"/>
          <p:nvPr>
            <p:ph idx="5" type="subTitle"/>
          </p:nvPr>
        </p:nvSpPr>
        <p:spPr>
          <a:xfrm>
            <a:off x="713225" y="2860100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27"/>
          <p:cNvSpPr txBox="1"/>
          <p:nvPr>
            <p:ph idx="6" type="subTitle"/>
          </p:nvPr>
        </p:nvSpPr>
        <p:spPr>
          <a:xfrm>
            <a:off x="2850350" y="2860100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20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27"/>
          <p:cNvSpPr txBox="1"/>
          <p:nvPr>
            <p:ph idx="7" type="subTitle"/>
          </p:nvPr>
        </p:nvSpPr>
        <p:spPr>
          <a:xfrm>
            <a:off x="713425" y="3245150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1" name="Google Shape;471;p27"/>
          <p:cNvSpPr txBox="1"/>
          <p:nvPr>
            <p:ph idx="8" type="subTitle"/>
          </p:nvPr>
        </p:nvSpPr>
        <p:spPr>
          <a:xfrm>
            <a:off x="2850450" y="3245150"/>
            <a:ext cx="19116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6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/>
          <p:cNvSpPr txBox="1"/>
          <p:nvPr>
            <p:ph type="title"/>
          </p:nvPr>
        </p:nvSpPr>
        <p:spPr>
          <a:xfrm>
            <a:off x="713225" y="1859775"/>
            <a:ext cx="322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4" name="Google Shape;474;p28"/>
          <p:cNvSpPr txBox="1"/>
          <p:nvPr>
            <p:ph idx="1" type="subTitle"/>
          </p:nvPr>
        </p:nvSpPr>
        <p:spPr>
          <a:xfrm>
            <a:off x="713225" y="2456775"/>
            <a:ext cx="3222300" cy="10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75" name="Google Shape;475;p28"/>
          <p:cNvGrpSpPr/>
          <p:nvPr/>
        </p:nvGrpSpPr>
        <p:grpSpPr>
          <a:xfrm>
            <a:off x="0" y="0"/>
            <a:ext cx="3066831" cy="1541648"/>
            <a:chOff x="0" y="0"/>
            <a:chExt cx="3066831" cy="1541648"/>
          </a:xfrm>
        </p:grpSpPr>
        <p:sp>
          <p:nvSpPr>
            <p:cNvPr id="476" name="Google Shape;476;p28"/>
            <p:cNvSpPr/>
            <p:nvPr/>
          </p:nvSpPr>
          <p:spPr>
            <a:xfrm flipH="1" rot="10800000">
              <a:off x="0" y="2256"/>
              <a:ext cx="1278873" cy="1278873"/>
            </a:xfrm>
            <a:custGeom>
              <a:rect b="b" l="l" r="r" t="t"/>
              <a:pathLst>
                <a:path extrusionOk="0" h="47117" w="47117">
                  <a:moveTo>
                    <a:pt x="0" y="1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8"/>
            <p:cNvSpPr/>
            <p:nvPr/>
          </p:nvSpPr>
          <p:spPr>
            <a:xfrm flipH="1" rot="10800000">
              <a:off x="290960" y="260498"/>
              <a:ext cx="724134" cy="724496"/>
            </a:xfrm>
            <a:custGeom>
              <a:rect b="b" l="l" r="r" t="t"/>
              <a:pathLst>
                <a:path extrusionOk="0" h="26061" w="26048">
                  <a:moveTo>
                    <a:pt x="0" y="1"/>
                  </a:moveTo>
                  <a:lnTo>
                    <a:pt x="0" y="26060"/>
                  </a:lnTo>
                  <a:lnTo>
                    <a:pt x="26048" y="26060"/>
                  </a:lnTo>
                  <a:lnTo>
                    <a:pt x="260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8"/>
            <p:cNvSpPr/>
            <p:nvPr/>
          </p:nvSpPr>
          <p:spPr>
            <a:xfrm flipH="1">
              <a:off x="1278868" y="0"/>
              <a:ext cx="1278877" cy="1283418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9" name="Google Shape;479;p28"/>
            <p:cNvGrpSpPr/>
            <p:nvPr/>
          </p:nvGrpSpPr>
          <p:grpSpPr>
            <a:xfrm flipH="1" rot="10800000">
              <a:off x="1838075" y="320217"/>
              <a:ext cx="1228757" cy="1221431"/>
              <a:chOff x="4659706" y="1568197"/>
              <a:chExt cx="874000" cy="868975"/>
            </a:xfrm>
          </p:grpSpPr>
          <p:sp>
            <p:nvSpPr>
              <p:cNvPr id="480" name="Google Shape;480;p28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8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2" name="Google Shape;482;p28"/>
          <p:cNvGrpSpPr/>
          <p:nvPr/>
        </p:nvGrpSpPr>
        <p:grpSpPr>
          <a:xfrm>
            <a:off x="2567175" y="3859050"/>
            <a:ext cx="3655300" cy="1290325"/>
            <a:chOff x="2600325" y="3853125"/>
            <a:chExt cx="3655300" cy="1290325"/>
          </a:xfrm>
        </p:grpSpPr>
        <p:sp>
          <p:nvSpPr>
            <p:cNvPr id="483" name="Google Shape;483;p28"/>
            <p:cNvSpPr/>
            <p:nvPr/>
          </p:nvSpPr>
          <p:spPr>
            <a:xfrm>
              <a:off x="2600325" y="3853125"/>
              <a:ext cx="1287354" cy="1288061"/>
            </a:xfrm>
            <a:custGeom>
              <a:rect b="b" l="l" r="r" t="t"/>
              <a:pathLst>
                <a:path extrusionOk="0" h="47117" w="47117">
                  <a:moveTo>
                    <a:pt x="0" y="1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8"/>
            <p:cNvSpPr/>
            <p:nvPr/>
          </p:nvSpPr>
          <p:spPr>
            <a:xfrm rot="10800000">
              <a:off x="3887605" y="3864548"/>
              <a:ext cx="1418020" cy="1278902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8"/>
            <p:cNvSpPr/>
            <p:nvPr/>
          </p:nvSpPr>
          <p:spPr>
            <a:xfrm>
              <a:off x="4981164" y="4464640"/>
              <a:ext cx="1274462" cy="419251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8"/>
            <p:cNvSpPr/>
            <p:nvPr/>
          </p:nvSpPr>
          <p:spPr>
            <a:xfrm>
              <a:off x="2804923" y="4057905"/>
              <a:ext cx="878076" cy="878612"/>
            </a:xfrm>
            <a:custGeom>
              <a:rect b="b" l="l" r="r" t="t"/>
              <a:pathLst>
                <a:path extrusionOk="0" h="35745" w="35745">
                  <a:moveTo>
                    <a:pt x="17872" y="0"/>
                  </a:moveTo>
                  <a:cubicBezTo>
                    <a:pt x="8009" y="0"/>
                    <a:pt x="0" y="8009"/>
                    <a:pt x="0" y="17872"/>
                  </a:cubicBezTo>
                  <a:cubicBezTo>
                    <a:pt x="0" y="27747"/>
                    <a:pt x="8009" y="35744"/>
                    <a:pt x="17872" y="35744"/>
                  </a:cubicBezTo>
                  <a:cubicBezTo>
                    <a:pt x="27735" y="35744"/>
                    <a:pt x="35744" y="27747"/>
                    <a:pt x="35744" y="17872"/>
                  </a:cubicBezTo>
                  <a:cubicBezTo>
                    <a:pt x="35744" y="8009"/>
                    <a:pt x="27735" y="0"/>
                    <a:pt x="178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7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9"/>
          <p:cNvSpPr txBox="1"/>
          <p:nvPr>
            <p:ph type="title"/>
          </p:nvPr>
        </p:nvSpPr>
        <p:spPr>
          <a:xfrm>
            <a:off x="5218375" y="1856232"/>
            <a:ext cx="319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9" name="Google Shape;489;p29"/>
          <p:cNvSpPr txBox="1"/>
          <p:nvPr>
            <p:ph idx="1" type="subTitle"/>
          </p:nvPr>
        </p:nvSpPr>
        <p:spPr>
          <a:xfrm>
            <a:off x="5218375" y="2455457"/>
            <a:ext cx="3194100" cy="10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0" name="Google Shape;490;p29"/>
          <p:cNvGrpSpPr/>
          <p:nvPr/>
        </p:nvGrpSpPr>
        <p:grpSpPr>
          <a:xfrm>
            <a:off x="0" y="2972375"/>
            <a:ext cx="3851669" cy="2177525"/>
            <a:chOff x="0" y="2972375"/>
            <a:chExt cx="3851669" cy="2177525"/>
          </a:xfrm>
        </p:grpSpPr>
        <p:sp>
          <p:nvSpPr>
            <p:cNvPr id="491" name="Google Shape;491;p29"/>
            <p:cNvSpPr/>
            <p:nvPr/>
          </p:nvSpPr>
          <p:spPr>
            <a:xfrm>
              <a:off x="2575300" y="4297475"/>
              <a:ext cx="1276369" cy="418314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2" name="Google Shape;492;p29"/>
            <p:cNvGrpSpPr/>
            <p:nvPr/>
          </p:nvGrpSpPr>
          <p:grpSpPr>
            <a:xfrm flipH="1" rot="10800000">
              <a:off x="382717" y="2972375"/>
              <a:ext cx="1213199" cy="1247501"/>
              <a:chOff x="4659706" y="1568197"/>
              <a:chExt cx="874000" cy="868975"/>
            </a:xfrm>
          </p:grpSpPr>
          <p:sp>
            <p:nvSpPr>
              <p:cNvPr id="493" name="Google Shape;493;p29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9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5" name="Google Shape;495;p29"/>
            <p:cNvGrpSpPr/>
            <p:nvPr/>
          </p:nvGrpSpPr>
          <p:grpSpPr>
            <a:xfrm flipH="1" rot="10800000">
              <a:off x="1279874" y="3863370"/>
              <a:ext cx="1291883" cy="1286530"/>
              <a:chOff x="3799138" y="2868024"/>
              <a:chExt cx="1239335" cy="1177925"/>
            </a:xfrm>
          </p:grpSpPr>
          <p:sp>
            <p:nvSpPr>
              <p:cNvPr id="496" name="Google Shape;496;p29"/>
              <p:cNvSpPr/>
              <p:nvPr/>
            </p:nvSpPr>
            <p:spPr>
              <a:xfrm>
                <a:off x="3799138" y="2868024"/>
                <a:ext cx="1234819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9"/>
              <p:cNvSpPr/>
              <p:nvPr/>
            </p:nvSpPr>
            <p:spPr>
              <a:xfrm>
                <a:off x="4389435" y="2869191"/>
                <a:ext cx="649038" cy="1172205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8" name="Google Shape;498;p29"/>
            <p:cNvSpPr/>
            <p:nvPr/>
          </p:nvSpPr>
          <p:spPr>
            <a:xfrm flipH="1" rot="10800000">
              <a:off x="0" y="3870900"/>
              <a:ext cx="1276331" cy="1271475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9" name="Google Shape;499;p29"/>
          <p:cNvGrpSpPr/>
          <p:nvPr/>
        </p:nvGrpSpPr>
        <p:grpSpPr>
          <a:xfrm>
            <a:off x="6569400" y="3"/>
            <a:ext cx="2574457" cy="1448252"/>
            <a:chOff x="6569400" y="3"/>
            <a:chExt cx="2574457" cy="1448252"/>
          </a:xfrm>
        </p:grpSpPr>
        <p:grpSp>
          <p:nvGrpSpPr>
            <p:cNvPr id="500" name="Google Shape;500;p29"/>
            <p:cNvGrpSpPr/>
            <p:nvPr/>
          </p:nvGrpSpPr>
          <p:grpSpPr>
            <a:xfrm flipH="1">
              <a:off x="7847136" y="3"/>
              <a:ext cx="1296720" cy="1285104"/>
              <a:chOff x="17" y="-17"/>
              <a:chExt cx="840553" cy="834212"/>
            </a:xfrm>
          </p:grpSpPr>
          <p:sp>
            <p:nvSpPr>
              <p:cNvPr id="501" name="Google Shape;501;p29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29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3" name="Google Shape;503;p29"/>
            <p:cNvSpPr/>
            <p:nvPr/>
          </p:nvSpPr>
          <p:spPr>
            <a:xfrm>
              <a:off x="7789715" y="386449"/>
              <a:ext cx="998447" cy="1061805"/>
            </a:xfrm>
            <a:custGeom>
              <a:rect b="b" l="l" r="r" t="t"/>
              <a:pathLst>
                <a:path extrusionOk="0" h="35745" w="35745">
                  <a:moveTo>
                    <a:pt x="17872" y="0"/>
                  </a:moveTo>
                  <a:cubicBezTo>
                    <a:pt x="8009" y="0"/>
                    <a:pt x="0" y="8009"/>
                    <a:pt x="0" y="17872"/>
                  </a:cubicBezTo>
                  <a:cubicBezTo>
                    <a:pt x="0" y="27747"/>
                    <a:pt x="8009" y="35744"/>
                    <a:pt x="17872" y="35744"/>
                  </a:cubicBezTo>
                  <a:cubicBezTo>
                    <a:pt x="27735" y="35744"/>
                    <a:pt x="35744" y="27747"/>
                    <a:pt x="35744" y="17872"/>
                  </a:cubicBezTo>
                  <a:cubicBezTo>
                    <a:pt x="35744" y="8009"/>
                    <a:pt x="27735" y="0"/>
                    <a:pt x="178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6569400" y="25"/>
              <a:ext cx="1291903" cy="1292152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8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/>
          <p:nvPr>
            <p:ph type="title"/>
          </p:nvPr>
        </p:nvSpPr>
        <p:spPr>
          <a:xfrm>
            <a:off x="713214" y="1856232"/>
            <a:ext cx="319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7" name="Google Shape;507;p30"/>
          <p:cNvSpPr txBox="1"/>
          <p:nvPr>
            <p:ph idx="1" type="subTitle"/>
          </p:nvPr>
        </p:nvSpPr>
        <p:spPr>
          <a:xfrm>
            <a:off x="713214" y="2457657"/>
            <a:ext cx="3198300" cy="10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08" name="Google Shape;508;p30"/>
          <p:cNvGrpSpPr/>
          <p:nvPr/>
        </p:nvGrpSpPr>
        <p:grpSpPr>
          <a:xfrm>
            <a:off x="7856290" y="-5"/>
            <a:ext cx="1287708" cy="2567108"/>
            <a:chOff x="7856290" y="-5"/>
            <a:chExt cx="1287708" cy="2567108"/>
          </a:xfrm>
        </p:grpSpPr>
        <p:grpSp>
          <p:nvGrpSpPr>
            <p:cNvPr id="509" name="Google Shape;509;p30"/>
            <p:cNvGrpSpPr/>
            <p:nvPr/>
          </p:nvGrpSpPr>
          <p:grpSpPr>
            <a:xfrm flipH="1" rot="-5400000">
              <a:off x="7858365" y="-2080"/>
              <a:ext cx="1283558" cy="1287708"/>
              <a:chOff x="3799150" y="2868025"/>
              <a:chExt cx="1178225" cy="1177925"/>
            </a:xfrm>
          </p:grpSpPr>
          <p:sp>
            <p:nvSpPr>
              <p:cNvPr id="510" name="Google Shape;510;p30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30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2" name="Google Shape;512;p30"/>
            <p:cNvSpPr/>
            <p:nvPr/>
          </p:nvSpPr>
          <p:spPr>
            <a:xfrm rot="-5400000">
              <a:off x="7858528" y="1281634"/>
              <a:ext cx="1283231" cy="1287708"/>
            </a:xfrm>
            <a:custGeom>
              <a:rect b="b" l="l" r="r" t="t"/>
              <a:pathLst>
                <a:path extrusionOk="0" h="47117" w="47117">
                  <a:moveTo>
                    <a:pt x="0" y="0"/>
                  </a:moveTo>
                  <a:lnTo>
                    <a:pt x="0" y="47116"/>
                  </a:lnTo>
                  <a:lnTo>
                    <a:pt x="47116" y="47116"/>
                  </a:lnTo>
                  <a:lnTo>
                    <a:pt x="471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 rot="-5400000">
              <a:off x="8180038" y="961082"/>
              <a:ext cx="640513" cy="1285439"/>
            </a:xfrm>
            <a:custGeom>
              <a:rect b="b" l="l" r="r" t="t"/>
              <a:pathLst>
                <a:path extrusionOk="0" h="47034" w="23518">
                  <a:moveTo>
                    <a:pt x="23517" y="1"/>
                  </a:moveTo>
                  <a:cubicBezTo>
                    <a:pt x="10529" y="1"/>
                    <a:pt x="1" y="10541"/>
                    <a:pt x="1" y="23517"/>
                  </a:cubicBezTo>
                  <a:cubicBezTo>
                    <a:pt x="1" y="36505"/>
                    <a:pt x="10529" y="47033"/>
                    <a:pt x="23517" y="47033"/>
                  </a:cubicBezTo>
                  <a:lnTo>
                    <a:pt x="23517" y="1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4" name="Google Shape;514;p30"/>
          <p:cNvGrpSpPr/>
          <p:nvPr/>
        </p:nvGrpSpPr>
        <p:grpSpPr>
          <a:xfrm>
            <a:off x="-7150" y="3864472"/>
            <a:ext cx="2584223" cy="1284903"/>
            <a:chOff x="-7150" y="3864472"/>
            <a:chExt cx="2584223" cy="1284903"/>
          </a:xfrm>
        </p:grpSpPr>
        <p:grpSp>
          <p:nvGrpSpPr>
            <p:cNvPr id="515" name="Google Shape;515;p30"/>
            <p:cNvGrpSpPr/>
            <p:nvPr/>
          </p:nvGrpSpPr>
          <p:grpSpPr>
            <a:xfrm>
              <a:off x="1279849" y="3864897"/>
              <a:ext cx="1297225" cy="1284019"/>
              <a:chOff x="17" y="-17"/>
              <a:chExt cx="840553" cy="834212"/>
            </a:xfrm>
          </p:grpSpPr>
          <p:sp>
            <p:nvSpPr>
              <p:cNvPr id="516" name="Google Shape;516;p30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30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8" name="Google Shape;518;p30"/>
            <p:cNvSpPr/>
            <p:nvPr/>
          </p:nvSpPr>
          <p:spPr>
            <a:xfrm flipH="1" rot="10800000">
              <a:off x="-7150" y="3864472"/>
              <a:ext cx="1288291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CUSTOM_21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1"/>
          <p:cNvSpPr txBox="1"/>
          <p:nvPr>
            <p:ph type="title"/>
          </p:nvPr>
        </p:nvSpPr>
        <p:spPr>
          <a:xfrm>
            <a:off x="2147250" y="1368625"/>
            <a:ext cx="6269700" cy="17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1" name="Google Shape;521;p31"/>
          <p:cNvSpPr txBox="1"/>
          <p:nvPr>
            <p:ph idx="1" type="subTitle"/>
          </p:nvPr>
        </p:nvSpPr>
        <p:spPr>
          <a:xfrm>
            <a:off x="4483350" y="3077508"/>
            <a:ext cx="3933600" cy="8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22" name="Google Shape;522;p31"/>
          <p:cNvGrpSpPr/>
          <p:nvPr/>
        </p:nvGrpSpPr>
        <p:grpSpPr>
          <a:xfrm>
            <a:off x="1285915" y="3866779"/>
            <a:ext cx="1311346" cy="1278013"/>
            <a:chOff x="17" y="-17"/>
            <a:chExt cx="840553" cy="834212"/>
          </a:xfrm>
        </p:grpSpPr>
        <p:sp>
          <p:nvSpPr>
            <p:cNvPr id="523" name="Google Shape;523;p31"/>
            <p:cNvSpPr/>
            <p:nvPr/>
          </p:nvSpPr>
          <p:spPr>
            <a:xfrm rot="5400000">
              <a:off x="6588" y="215"/>
              <a:ext cx="834212" cy="833749"/>
            </a:xfrm>
            <a:custGeom>
              <a:rect b="b" l="l" r="r" t="t"/>
              <a:pathLst>
                <a:path extrusionOk="0" h="25225" w="25239">
                  <a:moveTo>
                    <a:pt x="0" y="0"/>
                  </a:moveTo>
                  <a:lnTo>
                    <a:pt x="0" y="25224"/>
                  </a:lnTo>
                  <a:lnTo>
                    <a:pt x="25238" y="25224"/>
                  </a:lnTo>
                  <a:lnTo>
                    <a:pt x="25238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 rot="5400000">
              <a:off x="17" y="-17"/>
              <a:ext cx="832890" cy="832890"/>
            </a:xfrm>
            <a:custGeom>
              <a:rect b="b" l="l" r="r" t="t"/>
              <a:pathLst>
                <a:path extrusionOk="0" h="25199" w="25199">
                  <a:moveTo>
                    <a:pt x="0" y="1"/>
                  </a:moveTo>
                  <a:lnTo>
                    <a:pt x="0" y="25199"/>
                  </a:lnTo>
                  <a:lnTo>
                    <a:pt x="25198" y="25199"/>
                  </a:lnTo>
                  <a:cubicBezTo>
                    <a:pt x="25198" y="11279"/>
                    <a:pt x="13920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5" name="Google Shape;525;p31"/>
          <p:cNvGrpSpPr/>
          <p:nvPr/>
        </p:nvGrpSpPr>
        <p:grpSpPr>
          <a:xfrm>
            <a:off x="-21694" y="-1296"/>
            <a:ext cx="2618956" cy="5143458"/>
            <a:chOff x="-21694" y="-1296"/>
            <a:chExt cx="2618956" cy="5143458"/>
          </a:xfrm>
        </p:grpSpPr>
        <p:grpSp>
          <p:nvGrpSpPr>
            <p:cNvPr id="526" name="Google Shape;526;p31"/>
            <p:cNvGrpSpPr/>
            <p:nvPr/>
          </p:nvGrpSpPr>
          <p:grpSpPr>
            <a:xfrm rot="5400000">
              <a:off x="3944" y="583"/>
              <a:ext cx="1283558" cy="1287708"/>
              <a:chOff x="3799150" y="2868025"/>
              <a:chExt cx="1178225" cy="1177925"/>
            </a:xfrm>
          </p:grpSpPr>
          <p:sp>
            <p:nvSpPr>
              <p:cNvPr id="527" name="Google Shape;527;p31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31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9" name="Google Shape;529;p31"/>
            <p:cNvGrpSpPr/>
            <p:nvPr/>
          </p:nvGrpSpPr>
          <p:grpSpPr>
            <a:xfrm flipH="1" rot="5400000">
              <a:off x="3944" y="1284133"/>
              <a:ext cx="1283558" cy="1287708"/>
              <a:chOff x="3799150" y="2868025"/>
              <a:chExt cx="1178225" cy="1177925"/>
            </a:xfrm>
          </p:grpSpPr>
          <p:sp>
            <p:nvSpPr>
              <p:cNvPr id="530" name="Google Shape;530;p31"/>
              <p:cNvSpPr/>
              <p:nvPr/>
            </p:nvSpPr>
            <p:spPr>
              <a:xfrm>
                <a:off x="3799150" y="2868025"/>
                <a:ext cx="1177925" cy="1177925"/>
              </a:xfrm>
              <a:custGeom>
                <a:rect b="b" l="l" r="r" t="t"/>
                <a:pathLst>
                  <a:path extrusionOk="0" h="47117" w="47117">
                    <a:moveTo>
                      <a:pt x="0" y="0"/>
                    </a:moveTo>
                    <a:lnTo>
                      <a:pt x="0" y="47116"/>
                    </a:lnTo>
                    <a:lnTo>
                      <a:pt x="47116" y="47116"/>
                    </a:lnTo>
                    <a:lnTo>
                      <a:pt x="47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31"/>
              <p:cNvSpPr/>
              <p:nvPr/>
            </p:nvSpPr>
            <p:spPr>
              <a:xfrm>
                <a:off x="4389425" y="2869200"/>
                <a:ext cx="587950" cy="1175850"/>
              </a:xfrm>
              <a:custGeom>
                <a:rect b="b" l="l" r="r" t="t"/>
                <a:pathLst>
                  <a:path extrusionOk="0" h="47034" w="23518">
                    <a:moveTo>
                      <a:pt x="23517" y="1"/>
                    </a:moveTo>
                    <a:cubicBezTo>
                      <a:pt x="10529" y="1"/>
                      <a:pt x="1" y="10541"/>
                      <a:pt x="1" y="23517"/>
                    </a:cubicBezTo>
                    <a:cubicBezTo>
                      <a:pt x="1" y="36505"/>
                      <a:pt x="10529" y="47033"/>
                      <a:pt x="23517" y="47033"/>
                    </a:cubicBezTo>
                    <a:lnTo>
                      <a:pt x="2351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2" name="Google Shape;532;p31"/>
            <p:cNvGrpSpPr/>
            <p:nvPr/>
          </p:nvGrpSpPr>
          <p:grpSpPr>
            <a:xfrm flipH="1">
              <a:off x="-21694" y="2564621"/>
              <a:ext cx="1311346" cy="1284019"/>
              <a:chOff x="17" y="-17"/>
              <a:chExt cx="840553" cy="834212"/>
            </a:xfrm>
          </p:grpSpPr>
          <p:sp>
            <p:nvSpPr>
              <p:cNvPr id="533" name="Google Shape;533;p31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31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5" name="Google Shape;535;p31"/>
            <p:cNvSpPr/>
            <p:nvPr/>
          </p:nvSpPr>
          <p:spPr>
            <a:xfrm rot="10800000">
              <a:off x="-12085" y="3857259"/>
              <a:ext cx="1298002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6" name="Google Shape;536;p31"/>
            <p:cNvGrpSpPr/>
            <p:nvPr/>
          </p:nvGrpSpPr>
          <p:grpSpPr>
            <a:xfrm flipH="1" rot="10800000">
              <a:off x="1285915" y="-1296"/>
              <a:ext cx="1311346" cy="1278013"/>
              <a:chOff x="17" y="-17"/>
              <a:chExt cx="840553" cy="834212"/>
            </a:xfrm>
          </p:grpSpPr>
          <p:sp>
            <p:nvSpPr>
              <p:cNvPr id="537" name="Google Shape;537;p31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31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9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2"/>
          <p:cNvSpPr txBox="1"/>
          <p:nvPr>
            <p:ph type="title"/>
          </p:nvPr>
        </p:nvSpPr>
        <p:spPr>
          <a:xfrm>
            <a:off x="597425" y="252500"/>
            <a:ext cx="4098300" cy="14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89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1" name="Google Shape;541;p32"/>
          <p:cNvSpPr txBox="1"/>
          <p:nvPr/>
        </p:nvSpPr>
        <p:spPr>
          <a:xfrm>
            <a:off x="597425" y="3259850"/>
            <a:ext cx="34473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542" name="Google Shape;542;p32"/>
          <p:cNvGrpSpPr/>
          <p:nvPr/>
        </p:nvGrpSpPr>
        <p:grpSpPr>
          <a:xfrm>
            <a:off x="5282096" y="-2850"/>
            <a:ext cx="3892714" cy="5150809"/>
            <a:chOff x="5282096" y="-2850"/>
            <a:chExt cx="3892714" cy="5150809"/>
          </a:xfrm>
        </p:grpSpPr>
        <p:grpSp>
          <p:nvGrpSpPr>
            <p:cNvPr id="543" name="Google Shape;543;p32"/>
            <p:cNvGrpSpPr/>
            <p:nvPr/>
          </p:nvGrpSpPr>
          <p:grpSpPr>
            <a:xfrm flipH="1">
              <a:off x="6551975" y="3861239"/>
              <a:ext cx="1311346" cy="1284436"/>
              <a:chOff x="17" y="-17"/>
              <a:chExt cx="840553" cy="834212"/>
            </a:xfrm>
          </p:grpSpPr>
          <p:sp>
            <p:nvSpPr>
              <p:cNvPr id="544" name="Google Shape;544;p32"/>
              <p:cNvSpPr/>
              <p:nvPr/>
            </p:nvSpPr>
            <p:spPr>
              <a:xfrm rot="5400000">
                <a:off x="6588" y="215"/>
                <a:ext cx="834212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32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46" name="Google Shape;546;p32"/>
            <p:cNvSpPr/>
            <p:nvPr/>
          </p:nvSpPr>
          <p:spPr>
            <a:xfrm flipH="1">
              <a:off x="6582971" y="10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2"/>
            <p:cNvSpPr/>
            <p:nvPr/>
          </p:nvSpPr>
          <p:spPr>
            <a:xfrm>
              <a:off x="7856700" y="-2850"/>
              <a:ext cx="1318110" cy="5145201"/>
            </a:xfrm>
            <a:custGeom>
              <a:rect b="b" l="l" r="r" t="t"/>
              <a:pathLst>
                <a:path extrusionOk="0" h="47545" w="47866">
                  <a:moveTo>
                    <a:pt x="1" y="0"/>
                  </a:moveTo>
                  <a:lnTo>
                    <a:pt x="1" y="47544"/>
                  </a:lnTo>
                  <a:lnTo>
                    <a:pt x="47865" y="47544"/>
                  </a:lnTo>
                  <a:lnTo>
                    <a:pt x="478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8" name="Google Shape;548;p32"/>
            <p:cNvGrpSpPr/>
            <p:nvPr/>
          </p:nvGrpSpPr>
          <p:grpSpPr>
            <a:xfrm>
              <a:off x="6346078" y="-7"/>
              <a:ext cx="1517264" cy="1508454"/>
              <a:chOff x="4659706" y="1568197"/>
              <a:chExt cx="874000" cy="868975"/>
            </a:xfrm>
          </p:grpSpPr>
          <p:sp>
            <p:nvSpPr>
              <p:cNvPr id="549" name="Google Shape;549;p32"/>
              <p:cNvSpPr/>
              <p:nvPr/>
            </p:nvSpPr>
            <p:spPr>
              <a:xfrm>
                <a:off x="4659706" y="1568197"/>
                <a:ext cx="874000" cy="868975"/>
              </a:xfrm>
              <a:custGeom>
                <a:rect b="b" l="l" r="r" t="t"/>
                <a:pathLst>
                  <a:path extrusionOk="0" h="34759" w="34960">
                    <a:moveTo>
                      <a:pt x="17480" y="1141"/>
                    </a:moveTo>
                    <a:cubicBezTo>
                      <a:pt x="26499" y="1141"/>
                      <a:pt x="33831" y="8425"/>
                      <a:pt x="33819" y="17385"/>
                    </a:cubicBezTo>
                    <a:cubicBezTo>
                      <a:pt x="33819" y="26333"/>
                      <a:pt x="26499" y="33617"/>
                      <a:pt x="17480" y="33617"/>
                    </a:cubicBezTo>
                    <a:cubicBezTo>
                      <a:pt x="8485" y="33617"/>
                      <a:pt x="1141" y="26333"/>
                      <a:pt x="1141" y="17385"/>
                    </a:cubicBezTo>
                    <a:cubicBezTo>
                      <a:pt x="1141" y="8425"/>
                      <a:pt x="8461" y="1141"/>
                      <a:pt x="17480" y="1141"/>
                    </a:cubicBezTo>
                    <a:close/>
                    <a:moveTo>
                      <a:pt x="17480" y="0"/>
                    </a:moveTo>
                    <a:cubicBezTo>
                      <a:pt x="7843" y="0"/>
                      <a:pt x="0" y="7796"/>
                      <a:pt x="0" y="17385"/>
                    </a:cubicBezTo>
                    <a:cubicBezTo>
                      <a:pt x="0" y="26963"/>
                      <a:pt x="7843" y="34758"/>
                      <a:pt x="17480" y="34758"/>
                    </a:cubicBezTo>
                    <a:cubicBezTo>
                      <a:pt x="27117" y="34758"/>
                      <a:pt x="34960" y="26963"/>
                      <a:pt x="34960" y="17385"/>
                    </a:cubicBezTo>
                    <a:cubicBezTo>
                      <a:pt x="34960" y="7796"/>
                      <a:pt x="27117" y="0"/>
                      <a:pt x="17480" y="0"/>
                    </a:cubicBezTo>
                    <a:close/>
                  </a:path>
                </a:pathLst>
              </a:custGeom>
              <a:solidFill>
                <a:srgbClr val="AA8C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32"/>
              <p:cNvSpPr/>
              <p:nvPr/>
            </p:nvSpPr>
            <p:spPr>
              <a:xfrm>
                <a:off x="4812381" y="1719997"/>
                <a:ext cx="568925" cy="565350"/>
              </a:xfrm>
              <a:custGeom>
                <a:rect b="b" l="l" r="r" t="t"/>
                <a:pathLst>
                  <a:path extrusionOk="0" h="22614" w="22757">
                    <a:moveTo>
                      <a:pt x="11373" y="1130"/>
                    </a:moveTo>
                    <a:cubicBezTo>
                      <a:pt x="17017" y="1130"/>
                      <a:pt x="21604" y="5693"/>
                      <a:pt x="21604" y="11313"/>
                    </a:cubicBezTo>
                    <a:cubicBezTo>
                      <a:pt x="21604" y="16922"/>
                      <a:pt x="17017" y="21485"/>
                      <a:pt x="11373" y="21485"/>
                    </a:cubicBezTo>
                    <a:cubicBezTo>
                      <a:pt x="5729" y="21485"/>
                      <a:pt x="1142" y="16922"/>
                      <a:pt x="1142" y="11313"/>
                    </a:cubicBezTo>
                    <a:cubicBezTo>
                      <a:pt x="1142" y="5693"/>
                      <a:pt x="5729" y="1130"/>
                      <a:pt x="11373" y="1130"/>
                    </a:cubicBezTo>
                    <a:close/>
                    <a:moveTo>
                      <a:pt x="11373" y="1"/>
                    </a:moveTo>
                    <a:cubicBezTo>
                      <a:pt x="5111" y="1"/>
                      <a:pt x="1" y="5063"/>
                      <a:pt x="1" y="11301"/>
                    </a:cubicBezTo>
                    <a:cubicBezTo>
                      <a:pt x="1" y="17540"/>
                      <a:pt x="5111" y="22614"/>
                      <a:pt x="11373" y="22614"/>
                    </a:cubicBezTo>
                    <a:cubicBezTo>
                      <a:pt x="17659" y="22614"/>
                      <a:pt x="22757" y="17552"/>
                      <a:pt x="22757" y="11301"/>
                    </a:cubicBezTo>
                    <a:cubicBezTo>
                      <a:pt x="22757" y="5063"/>
                      <a:pt x="17647" y="1"/>
                      <a:pt x="11373" y="1"/>
                    </a:cubicBezTo>
                    <a:close/>
                  </a:path>
                </a:pathLst>
              </a:custGeom>
              <a:solidFill>
                <a:srgbClr val="AA8C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1" name="Google Shape;551;p32"/>
            <p:cNvGrpSpPr/>
            <p:nvPr/>
          </p:nvGrpSpPr>
          <p:grpSpPr>
            <a:xfrm flipH="1">
              <a:off x="7863375" y="3865492"/>
              <a:ext cx="1311352" cy="1282468"/>
              <a:chOff x="17" y="-17"/>
              <a:chExt cx="840556" cy="837120"/>
            </a:xfrm>
          </p:grpSpPr>
          <p:sp>
            <p:nvSpPr>
              <p:cNvPr id="552" name="Google Shape;552;p32"/>
              <p:cNvSpPr/>
              <p:nvPr/>
            </p:nvSpPr>
            <p:spPr>
              <a:xfrm rot="5400000">
                <a:off x="5141" y="1671"/>
                <a:ext cx="837115" cy="833749"/>
              </a:xfrm>
              <a:custGeom>
                <a:rect b="b" l="l" r="r" t="t"/>
                <a:pathLst>
                  <a:path extrusionOk="0" h="25225" w="25239">
                    <a:moveTo>
                      <a:pt x="0" y="0"/>
                    </a:moveTo>
                    <a:lnTo>
                      <a:pt x="0" y="25224"/>
                    </a:lnTo>
                    <a:lnTo>
                      <a:pt x="25238" y="25224"/>
                    </a:lnTo>
                    <a:lnTo>
                      <a:pt x="25238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32"/>
              <p:cNvSpPr/>
              <p:nvPr/>
            </p:nvSpPr>
            <p:spPr>
              <a:xfrm rot="5400000">
                <a:off x="17" y="-17"/>
                <a:ext cx="832890" cy="832890"/>
              </a:xfrm>
              <a:custGeom>
                <a:rect b="b" l="l" r="r" t="t"/>
                <a:pathLst>
                  <a:path extrusionOk="0" h="25199" w="25199">
                    <a:moveTo>
                      <a:pt x="0" y="1"/>
                    </a:moveTo>
                    <a:lnTo>
                      <a:pt x="0" y="25199"/>
                    </a:lnTo>
                    <a:lnTo>
                      <a:pt x="25198" y="25199"/>
                    </a:lnTo>
                    <a:cubicBezTo>
                      <a:pt x="25198" y="11279"/>
                      <a:pt x="13920" y="1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54" name="Google Shape;554;p32"/>
            <p:cNvSpPr/>
            <p:nvPr/>
          </p:nvSpPr>
          <p:spPr>
            <a:xfrm>
              <a:off x="7215425" y="2575275"/>
              <a:ext cx="641274" cy="1282433"/>
            </a:xfrm>
            <a:custGeom>
              <a:rect b="b" l="l" r="r" t="t"/>
              <a:pathLst>
                <a:path extrusionOk="0" h="47568" w="23707">
                  <a:moveTo>
                    <a:pt x="23707" y="1"/>
                  </a:moveTo>
                  <a:cubicBezTo>
                    <a:pt x="10612" y="1"/>
                    <a:pt x="0" y="10553"/>
                    <a:pt x="0" y="23564"/>
                  </a:cubicBezTo>
                  <a:lnTo>
                    <a:pt x="0" y="24028"/>
                  </a:lnTo>
                  <a:cubicBezTo>
                    <a:pt x="0" y="37040"/>
                    <a:pt x="10612" y="47568"/>
                    <a:pt x="23707" y="47568"/>
                  </a:cubicBezTo>
                  <a:lnTo>
                    <a:pt x="2370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2"/>
            <p:cNvSpPr/>
            <p:nvPr/>
          </p:nvSpPr>
          <p:spPr>
            <a:xfrm>
              <a:off x="7564648" y="2931041"/>
              <a:ext cx="617177" cy="613173"/>
            </a:xfrm>
            <a:custGeom>
              <a:rect b="b" l="l" r="r" t="t"/>
              <a:pathLst>
                <a:path extrusionOk="0" h="21901" w="22044">
                  <a:moveTo>
                    <a:pt x="11016" y="0"/>
                  </a:moveTo>
                  <a:cubicBezTo>
                    <a:pt x="4932" y="0"/>
                    <a:pt x="0" y="4908"/>
                    <a:pt x="0" y="10956"/>
                  </a:cubicBezTo>
                  <a:cubicBezTo>
                    <a:pt x="0" y="16993"/>
                    <a:pt x="4932" y="21900"/>
                    <a:pt x="11016" y="21900"/>
                  </a:cubicBezTo>
                  <a:cubicBezTo>
                    <a:pt x="17100" y="21900"/>
                    <a:pt x="22043" y="16993"/>
                    <a:pt x="22043" y="10956"/>
                  </a:cubicBezTo>
                  <a:cubicBezTo>
                    <a:pt x="22043" y="4908"/>
                    <a:pt x="17100" y="0"/>
                    <a:pt x="110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2"/>
            <p:cNvSpPr/>
            <p:nvPr/>
          </p:nvSpPr>
          <p:spPr>
            <a:xfrm>
              <a:off x="8156558" y="1407885"/>
              <a:ext cx="724981" cy="725343"/>
            </a:xfrm>
            <a:custGeom>
              <a:rect b="b" l="l" r="r" t="t"/>
              <a:pathLst>
                <a:path extrusionOk="0" h="26061" w="26048">
                  <a:moveTo>
                    <a:pt x="0" y="1"/>
                  </a:moveTo>
                  <a:lnTo>
                    <a:pt x="0" y="26060"/>
                  </a:lnTo>
                  <a:lnTo>
                    <a:pt x="26048" y="26060"/>
                  </a:lnTo>
                  <a:lnTo>
                    <a:pt x="260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2"/>
            <p:cNvSpPr/>
            <p:nvPr/>
          </p:nvSpPr>
          <p:spPr>
            <a:xfrm>
              <a:off x="6569400" y="2133225"/>
              <a:ext cx="1289007" cy="438508"/>
            </a:xfrm>
            <a:custGeom>
              <a:rect b="b" l="l" r="r" t="t"/>
              <a:pathLst>
                <a:path extrusionOk="0" h="17041" w="47688">
                  <a:moveTo>
                    <a:pt x="1" y="0"/>
                  </a:moveTo>
                  <a:lnTo>
                    <a:pt x="1" y="17040"/>
                  </a:lnTo>
                  <a:lnTo>
                    <a:pt x="47687" y="17040"/>
                  </a:lnTo>
                  <a:lnTo>
                    <a:pt x="476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2"/>
            <p:cNvSpPr/>
            <p:nvPr/>
          </p:nvSpPr>
          <p:spPr>
            <a:xfrm>
              <a:off x="5282096" y="2574035"/>
              <a:ext cx="1280416" cy="1284903"/>
            </a:xfrm>
            <a:custGeom>
              <a:rect b="b" l="l" r="r" t="t"/>
              <a:pathLst>
                <a:path extrusionOk="0" h="23767" w="23684">
                  <a:moveTo>
                    <a:pt x="1" y="1"/>
                  </a:moveTo>
                  <a:lnTo>
                    <a:pt x="1" y="23767"/>
                  </a:lnTo>
                  <a:lnTo>
                    <a:pt x="236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bin"/>
              <a:buNone/>
              <a:defRPr b="1" sz="2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bin"/>
              <a:buNone/>
              <a:defRPr b="1" sz="2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bin"/>
              <a:buNone/>
              <a:defRPr b="1" sz="2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bin"/>
              <a:buNone/>
              <a:defRPr b="1" sz="2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bin"/>
              <a:buNone/>
              <a:defRPr b="1" sz="2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bin"/>
              <a:buNone/>
              <a:defRPr b="1" sz="2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bin"/>
              <a:buNone/>
              <a:defRPr b="1" sz="2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bin"/>
              <a:buNone/>
              <a:defRPr b="1" sz="2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bin"/>
              <a:buNone/>
              <a:defRPr b="1" sz="2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spreadsheets/d/1sSMdqVdJ4D-gWXJJOwgawUpsVhgbKVxtVYBdhF3pZ7w/copy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3"/>
          <p:cNvSpPr txBox="1"/>
          <p:nvPr>
            <p:ph type="ctrTitle"/>
          </p:nvPr>
        </p:nvSpPr>
        <p:spPr>
          <a:xfrm>
            <a:off x="3485475" y="1484800"/>
            <a:ext cx="5481300" cy="148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Roue de la fortune</a:t>
            </a:r>
            <a:endParaRPr sz="5100"/>
          </a:p>
        </p:txBody>
      </p:sp>
      <p:sp>
        <p:nvSpPr>
          <p:cNvPr id="564" name="Google Shape;564;p33"/>
          <p:cNvSpPr txBox="1"/>
          <p:nvPr>
            <p:ph idx="1" type="subTitle"/>
          </p:nvPr>
        </p:nvSpPr>
        <p:spPr>
          <a:xfrm>
            <a:off x="3616050" y="2973100"/>
            <a:ext cx="5072100" cy="4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Almaaz</a:t>
            </a:r>
            <a:endParaRPr sz="2600"/>
          </a:p>
        </p:txBody>
      </p:sp>
      <p:sp>
        <p:nvSpPr>
          <p:cNvPr id="565" name="Google Shape;565;p33"/>
          <p:cNvSpPr/>
          <p:nvPr/>
        </p:nvSpPr>
        <p:spPr>
          <a:xfrm>
            <a:off x="1494" y="3861669"/>
            <a:ext cx="1280435" cy="1280435"/>
          </a:xfrm>
          <a:custGeom>
            <a:rect b="b" l="l" r="r" t="t"/>
            <a:pathLst>
              <a:path extrusionOk="0" h="47117" w="47117">
                <a:moveTo>
                  <a:pt x="0" y="1"/>
                </a:moveTo>
                <a:lnTo>
                  <a:pt x="0" y="47116"/>
                </a:lnTo>
                <a:lnTo>
                  <a:pt x="47116" y="47116"/>
                </a:lnTo>
                <a:lnTo>
                  <a:pt x="4711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4"/>
          <p:cNvSpPr txBox="1"/>
          <p:nvPr>
            <p:ph type="title"/>
          </p:nvPr>
        </p:nvSpPr>
        <p:spPr>
          <a:xfrm>
            <a:off x="457200" y="3020550"/>
            <a:ext cx="4723800" cy="142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000000"/>
                </a:solidFill>
              </a:rPr>
              <a:t>Comment atteindre </a:t>
            </a:r>
            <a:r>
              <a:rPr lang="en" sz="4900">
                <a:solidFill>
                  <a:schemeClr val="lt2"/>
                </a:solidFill>
              </a:rPr>
              <a:t>un million </a:t>
            </a:r>
            <a:r>
              <a:rPr lang="en" sz="4200">
                <a:solidFill>
                  <a:srgbClr val="000000"/>
                </a:solidFill>
              </a:rPr>
              <a:t>d’utilisateur sur la plateforme </a:t>
            </a:r>
            <a:r>
              <a:rPr lang="en" sz="4200">
                <a:solidFill>
                  <a:schemeClr val="lt2"/>
                </a:solidFill>
              </a:rPr>
              <a:t>SobFlous</a:t>
            </a:r>
            <a:endParaRPr sz="4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5"/>
          <p:cNvSpPr txBox="1"/>
          <p:nvPr>
            <p:ph type="title"/>
          </p:nvPr>
        </p:nvSpPr>
        <p:spPr>
          <a:xfrm>
            <a:off x="444800" y="2117100"/>
            <a:ext cx="431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page minimaliste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76" name="Google Shape;576;p35"/>
          <p:cNvSpPr txBox="1"/>
          <p:nvPr>
            <p:ph idx="1" type="subTitle"/>
          </p:nvPr>
        </p:nvSpPr>
        <p:spPr>
          <a:xfrm>
            <a:off x="444800" y="2812250"/>
            <a:ext cx="3630000" cy="10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Pour transformer les simples visiteurs en prospects.</a:t>
            </a:r>
            <a:endParaRPr sz="1800"/>
          </a:p>
        </p:txBody>
      </p:sp>
      <p:grpSp>
        <p:nvGrpSpPr>
          <p:cNvPr id="577" name="Google Shape;577;p35"/>
          <p:cNvGrpSpPr/>
          <p:nvPr/>
        </p:nvGrpSpPr>
        <p:grpSpPr>
          <a:xfrm>
            <a:off x="4713163" y="823233"/>
            <a:ext cx="4026289" cy="3160436"/>
            <a:chOff x="1917372" y="1288466"/>
            <a:chExt cx="2993079" cy="2405568"/>
          </a:xfrm>
        </p:grpSpPr>
        <p:sp>
          <p:nvSpPr>
            <p:cNvPr id="578" name="Google Shape;578;p35"/>
            <p:cNvSpPr/>
            <p:nvPr/>
          </p:nvSpPr>
          <p:spPr>
            <a:xfrm>
              <a:off x="2962748" y="2186357"/>
              <a:ext cx="902196" cy="1507677"/>
            </a:xfrm>
            <a:custGeom>
              <a:rect b="b" l="l" r="r" t="t"/>
              <a:pathLst>
                <a:path extrusionOk="0" h="92453" w="55324">
                  <a:moveTo>
                    <a:pt x="14662" y="1"/>
                  </a:moveTo>
                  <a:lnTo>
                    <a:pt x="14482" y="2609"/>
                  </a:lnTo>
                  <a:lnTo>
                    <a:pt x="11791" y="41519"/>
                  </a:lnTo>
                  <a:lnTo>
                    <a:pt x="11747" y="42149"/>
                  </a:lnTo>
                  <a:lnTo>
                    <a:pt x="11276" y="48946"/>
                  </a:lnTo>
                  <a:lnTo>
                    <a:pt x="10009" y="67301"/>
                  </a:lnTo>
                  <a:lnTo>
                    <a:pt x="9674" y="72100"/>
                  </a:lnTo>
                  <a:lnTo>
                    <a:pt x="9309" y="77399"/>
                  </a:lnTo>
                  <a:cubicBezTo>
                    <a:pt x="9308" y="79203"/>
                    <a:pt x="8592" y="80932"/>
                    <a:pt x="7316" y="82207"/>
                  </a:cubicBezTo>
                  <a:lnTo>
                    <a:pt x="1713" y="87809"/>
                  </a:lnTo>
                  <a:cubicBezTo>
                    <a:pt x="1" y="89522"/>
                    <a:pt x="1214" y="92452"/>
                    <a:pt x="3638" y="92452"/>
                  </a:cubicBezTo>
                  <a:lnTo>
                    <a:pt x="51687" y="92452"/>
                  </a:lnTo>
                  <a:cubicBezTo>
                    <a:pt x="54110" y="92452"/>
                    <a:pt x="55324" y="89522"/>
                    <a:pt x="53610" y="87809"/>
                  </a:cubicBezTo>
                  <a:lnTo>
                    <a:pt x="48009" y="82207"/>
                  </a:lnTo>
                  <a:cubicBezTo>
                    <a:pt x="46733" y="80932"/>
                    <a:pt x="46017" y="79203"/>
                    <a:pt x="46017" y="77399"/>
                  </a:cubicBezTo>
                  <a:lnTo>
                    <a:pt x="45652" y="72100"/>
                  </a:lnTo>
                  <a:lnTo>
                    <a:pt x="45317" y="67301"/>
                  </a:lnTo>
                  <a:lnTo>
                    <a:pt x="44049" y="48946"/>
                  </a:lnTo>
                  <a:lnTo>
                    <a:pt x="43577" y="42149"/>
                  </a:lnTo>
                  <a:lnTo>
                    <a:pt x="43535" y="41519"/>
                  </a:lnTo>
                  <a:lnTo>
                    <a:pt x="40842" y="2609"/>
                  </a:lnTo>
                  <a:lnTo>
                    <a:pt x="40662" y="1"/>
                  </a:lnTo>
                  <a:close/>
                </a:path>
              </a:pathLst>
            </a:custGeom>
            <a:solidFill>
              <a:srgbClr val="D8D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5"/>
            <p:cNvSpPr/>
            <p:nvPr/>
          </p:nvSpPr>
          <p:spPr>
            <a:xfrm>
              <a:off x="2962748" y="2186357"/>
              <a:ext cx="902196" cy="1507677"/>
            </a:xfrm>
            <a:custGeom>
              <a:rect b="b" l="l" r="r" t="t"/>
              <a:pathLst>
                <a:path extrusionOk="0" h="92453" w="55324">
                  <a:moveTo>
                    <a:pt x="14662" y="1"/>
                  </a:moveTo>
                  <a:lnTo>
                    <a:pt x="14482" y="2609"/>
                  </a:lnTo>
                  <a:lnTo>
                    <a:pt x="11791" y="41519"/>
                  </a:lnTo>
                  <a:lnTo>
                    <a:pt x="11747" y="42149"/>
                  </a:lnTo>
                  <a:lnTo>
                    <a:pt x="11276" y="48946"/>
                  </a:lnTo>
                  <a:lnTo>
                    <a:pt x="10009" y="67301"/>
                  </a:lnTo>
                  <a:lnTo>
                    <a:pt x="9674" y="72100"/>
                  </a:lnTo>
                  <a:lnTo>
                    <a:pt x="9309" y="77399"/>
                  </a:lnTo>
                  <a:cubicBezTo>
                    <a:pt x="9308" y="79203"/>
                    <a:pt x="8592" y="80932"/>
                    <a:pt x="7316" y="82207"/>
                  </a:cubicBezTo>
                  <a:lnTo>
                    <a:pt x="1713" y="87809"/>
                  </a:lnTo>
                  <a:cubicBezTo>
                    <a:pt x="1" y="89522"/>
                    <a:pt x="1214" y="92452"/>
                    <a:pt x="3638" y="92452"/>
                  </a:cubicBezTo>
                  <a:lnTo>
                    <a:pt x="51687" y="92452"/>
                  </a:lnTo>
                  <a:cubicBezTo>
                    <a:pt x="54110" y="92452"/>
                    <a:pt x="55324" y="89522"/>
                    <a:pt x="53610" y="87809"/>
                  </a:cubicBezTo>
                  <a:lnTo>
                    <a:pt x="48009" y="82207"/>
                  </a:lnTo>
                  <a:cubicBezTo>
                    <a:pt x="46733" y="80932"/>
                    <a:pt x="46017" y="79203"/>
                    <a:pt x="46017" y="77399"/>
                  </a:cubicBezTo>
                  <a:lnTo>
                    <a:pt x="45652" y="72100"/>
                  </a:lnTo>
                  <a:lnTo>
                    <a:pt x="45317" y="67301"/>
                  </a:lnTo>
                  <a:lnTo>
                    <a:pt x="44049" y="48946"/>
                  </a:lnTo>
                  <a:lnTo>
                    <a:pt x="43577" y="42149"/>
                  </a:lnTo>
                  <a:lnTo>
                    <a:pt x="43535" y="41519"/>
                  </a:lnTo>
                  <a:lnTo>
                    <a:pt x="40842" y="2609"/>
                  </a:lnTo>
                  <a:lnTo>
                    <a:pt x="406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5"/>
            <p:cNvSpPr/>
            <p:nvPr/>
          </p:nvSpPr>
          <p:spPr>
            <a:xfrm>
              <a:off x="1917372" y="1288466"/>
              <a:ext cx="2993079" cy="1995402"/>
            </a:xfrm>
            <a:custGeom>
              <a:rect b="b" l="l" r="r" t="t"/>
              <a:pathLst>
                <a:path extrusionOk="0" h="122361" w="183540">
                  <a:moveTo>
                    <a:pt x="6113" y="0"/>
                  </a:moveTo>
                  <a:cubicBezTo>
                    <a:pt x="5991" y="0"/>
                    <a:pt x="5872" y="4"/>
                    <a:pt x="5753" y="12"/>
                  </a:cubicBezTo>
                  <a:cubicBezTo>
                    <a:pt x="5749" y="12"/>
                    <a:pt x="5746" y="11"/>
                    <a:pt x="5743" y="11"/>
                  </a:cubicBezTo>
                  <a:cubicBezTo>
                    <a:pt x="5734" y="11"/>
                    <a:pt x="5726" y="13"/>
                    <a:pt x="5718" y="15"/>
                  </a:cubicBezTo>
                  <a:cubicBezTo>
                    <a:pt x="5602" y="19"/>
                    <a:pt x="5486" y="30"/>
                    <a:pt x="5372" y="46"/>
                  </a:cubicBezTo>
                  <a:cubicBezTo>
                    <a:pt x="5252" y="58"/>
                    <a:pt x="5130" y="77"/>
                    <a:pt x="5011" y="101"/>
                  </a:cubicBezTo>
                  <a:cubicBezTo>
                    <a:pt x="4919" y="116"/>
                    <a:pt x="4827" y="135"/>
                    <a:pt x="4734" y="158"/>
                  </a:cubicBezTo>
                  <a:cubicBezTo>
                    <a:pt x="4447" y="223"/>
                    <a:pt x="4164" y="310"/>
                    <a:pt x="3890" y="418"/>
                  </a:cubicBezTo>
                  <a:cubicBezTo>
                    <a:pt x="3808" y="450"/>
                    <a:pt x="3728" y="484"/>
                    <a:pt x="3648" y="518"/>
                  </a:cubicBezTo>
                  <a:cubicBezTo>
                    <a:pt x="3541" y="569"/>
                    <a:pt x="3433" y="618"/>
                    <a:pt x="3329" y="671"/>
                  </a:cubicBezTo>
                  <a:cubicBezTo>
                    <a:pt x="3222" y="725"/>
                    <a:pt x="3113" y="783"/>
                    <a:pt x="3014" y="844"/>
                  </a:cubicBezTo>
                  <a:cubicBezTo>
                    <a:pt x="2945" y="887"/>
                    <a:pt x="2880" y="926"/>
                    <a:pt x="2814" y="972"/>
                  </a:cubicBezTo>
                  <a:cubicBezTo>
                    <a:pt x="2603" y="1103"/>
                    <a:pt x="2399" y="1249"/>
                    <a:pt x="2208" y="1410"/>
                  </a:cubicBezTo>
                  <a:lnTo>
                    <a:pt x="2092" y="1512"/>
                  </a:lnTo>
                  <a:cubicBezTo>
                    <a:pt x="2031" y="1563"/>
                    <a:pt x="1973" y="1617"/>
                    <a:pt x="1916" y="1670"/>
                  </a:cubicBezTo>
                  <a:cubicBezTo>
                    <a:pt x="1909" y="1678"/>
                    <a:pt x="1902" y="1682"/>
                    <a:pt x="1897" y="1694"/>
                  </a:cubicBezTo>
                  <a:cubicBezTo>
                    <a:pt x="1823" y="1757"/>
                    <a:pt x="1753" y="1825"/>
                    <a:pt x="1689" y="1901"/>
                  </a:cubicBezTo>
                  <a:cubicBezTo>
                    <a:pt x="1672" y="1910"/>
                    <a:pt x="1660" y="1923"/>
                    <a:pt x="1650" y="1938"/>
                  </a:cubicBezTo>
                  <a:cubicBezTo>
                    <a:pt x="1589" y="2001"/>
                    <a:pt x="1531" y="2065"/>
                    <a:pt x="1474" y="2130"/>
                  </a:cubicBezTo>
                  <a:cubicBezTo>
                    <a:pt x="1382" y="2237"/>
                    <a:pt x="1294" y="2346"/>
                    <a:pt x="1214" y="2458"/>
                  </a:cubicBezTo>
                  <a:cubicBezTo>
                    <a:pt x="1098" y="2614"/>
                    <a:pt x="986" y="2779"/>
                    <a:pt x="883" y="2944"/>
                  </a:cubicBezTo>
                  <a:cubicBezTo>
                    <a:pt x="818" y="3053"/>
                    <a:pt x="752" y="3168"/>
                    <a:pt x="694" y="3279"/>
                  </a:cubicBezTo>
                  <a:cubicBezTo>
                    <a:pt x="682" y="3299"/>
                    <a:pt x="672" y="3320"/>
                    <a:pt x="665" y="3340"/>
                  </a:cubicBezTo>
                  <a:cubicBezTo>
                    <a:pt x="614" y="3437"/>
                    <a:pt x="568" y="3532"/>
                    <a:pt x="526" y="3629"/>
                  </a:cubicBezTo>
                  <a:cubicBezTo>
                    <a:pt x="519" y="3649"/>
                    <a:pt x="511" y="3663"/>
                    <a:pt x="502" y="3678"/>
                  </a:cubicBezTo>
                  <a:cubicBezTo>
                    <a:pt x="456" y="3790"/>
                    <a:pt x="410" y="3902"/>
                    <a:pt x="368" y="4016"/>
                  </a:cubicBezTo>
                  <a:cubicBezTo>
                    <a:pt x="362" y="4028"/>
                    <a:pt x="359" y="4039"/>
                    <a:pt x="356" y="4052"/>
                  </a:cubicBezTo>
                  <a:cubicBezTo>
                    <a:pt x="315" y="4171"/>
                    <a:pt x="276" y="4290"/>
                    <a:pt x="242" y="4412"/>
                  </a:cubicBezTo>
                  <a:cubicBezTo>
                    <a:pt x="234" y="4432"/>
                    <a:pt x="227" y="4451"/>
                    <a:pt x="222" y="4470"/>
                  </a:cubicBezTo>
                  <a:cubicBezTo>
                    <a:pt x="152" y="4731"/>
                    <a:pt x="97" y="4997"/>
                    <a:pt x="59" y="5265"/>
                  </a:cubicBezTo>
                  <a:cubicBezTo>
                    <a:pt x="18" y="5548"/>
                    <a:pt x="1" y="5834"/>
                    <a:pt x="1" y="6121"/>
                  </a:cubicBezTo>
                  <a:lnTo>
                    <a:pt x="1" y="116245"/>
                  </a:lnTo>
                  <a:cubicBezTo>
                    <a:pt x="1" y="116350"/>
                    <a:pt x="4" y="116457"/>
                    <a:pt x="8" y="116561"/>
                  </a:cubicBezTo>
                  <a:cubicBezTo>
                    <a:pt x="16" y="116690"/>
                    <a:pt x="27" y="116821"/>
                    <a:pt x="39" y="116948"/>
                  </a:cubicBezTo>
                  <a:cubicBezTo>
                    <a:pt x="69" y="117201"/>
                    <a:pt x="114" y="117453"/>
                    <a:pt x="173" y="117701"/>
                  </a:cubicBezTo>
                  <a:cubicBezTo>
                    <a:pt x="205" y="117823"/>
                    <a:pt x="239" y="117947"/>
                    <a:pt x="273" y="118066"/>
                  </a:cubicBezTo>
                  <a:cubicBezTo>
                    <a:pt x="312" y="118185"/>
                    <a:pt x="353" y="118304"/>
                    <a:pt x="397" y="118419"/>
                  </a:cubicBezTo>
                  <a:cubicBezTo>
                    <a:pt x="438" y="118526"/>
                    <a:pt x="480" y="118635"/>
                    <a:pt x="531" y="118742"/>
                  </a:cubicBezTo>
                  <a:cubicBezTo>
                    <a:pt x="534" y="118754"/>
                    <a:pt x="542" y="118769"/>
                    <a:pt x="545" y="118783"/>
                  </a:cubicBezTo>
                  <a:cubicBezTo>
                    <a:pt x="596" y="118888"/>
                    <a:pt x="645" y="118995"/>
                    <a:pt x="703" y="119095"/>
                  </a:cubicBezTo>
                  <a:cubicBezTo>
                    <a:pt x="761" y="119206"/>
                    <a:pt x="818" y="119313"/>
                    <a:pt x="883" y="119418"/>
                  </a:cubicBezTo>
                  <a:cubicBezTo>
                    <a:pt x="988" y="119586"/>
                    <a:pt x="1099" y="119748"/>
                    <a:pt x="1214" y="119906"/>
                  </a:cubicBezTo>
                  <a:cubicBezTo>
                    <a:pt x="1354" y="120090"/>
                    <a:pt x="1504" y="120269"/>
                    <a:pt x="1663" y="120439"/>
                  </a:cubicBezTo>
                  <a:cubicBezTo>
                    <a:pt x="1744" y="120524"/>
                    <a:pt x="1824" y="120604"/>
                    <a:pt x="1909" y="120684"/>
                  </a:cubicBezTo>
                  <a:cubicBezTo>
                    <a:pt x="2155" y="120915"/>
                    <a:pt x="2418" y="121126"/>
                    <a:pt x="2697" y="121317"/>
                  </a:cubicBezTo>
                  <a:cubicBezTo>
                    <a:pt x="2707" y="121323"/>
                    <a:pt x="2717" y="121329"/>
                    <a:pt x="2726" y="121336"/>
                  </a:cubicBezTo>
                  <a:cubicBezTo>
                    <a:pt x="2826" y="121402"/>
                    <a:pt x="2923" y="121463"/>
                    <a:pt x="3027" y="121524"/>
                  </a:cubicBezTo>
                  <a:cubicBezTo>
                    <a:pt x="3127" y="121582"/>
                    <a:pt x="3229" y="121640"/>
                    <a:pt x="3334" y="121694"/>
                  </a:cubicBezTo>
                  <a:cubicBezTo>
                    <a:pt x="3438" y="121746"/>
                    <a:pt x="3545" y="121796"/>
                    <a:pt x="3652" y="121843"/>
                  </a:cubicBezTo>
                  <a:cubicBezTo>
                    <a:pt x="3752" y="121889"/>
                    <a:pt x="3856" y="121930"/>
                    <a:pt x="3959" y="121969"/>
                  </a:cubicBezTo>
                  <a:cubicBezTo>
                    <a:pt x="4203" y="122063"/>
                    <a:pt x="4453" y="122139"/>
                    <a:pt x="4708" y="122195"/>
                  </a:cubicBezTo>
                  <a:cubicBezTo>
                    <a:pt x="4807" y="122222"/>
                    <a:pt x="4912" y="122243"/>
                    <a:pt x="5016" y="122261"/>
                  </a:cubicBezTo>
                  <a:cubicBezTo>
                    <a:pt x="5135" y="122285"/>
                    <a:pt x="5254" y="122302"/>
                    <a:pt x="5376" y="122314"/>
                  </a:cubicBezTo>
                  <a:cubicBezTo>
                    <a:pt x="5495" y="122331"/>
                    <a:pt x="5614" y="122341"/>
                    <a:pt x="5738" y="122349"/>
                  </a:cubicBezTo>
                  <a:lnTo>
                    <a:pt x="5748" y="122349"/>
                  </a:lnTo>
                  <a:cubicBezTo>
                    <a:pt x="5867" y="122358"/>
                    <a:pt x="5991" y="122361"/>
                    <a:pt x="6113" y="122361"/>
                  </a:cubicBezTo>
                  <a:lnTo>
                    <a:pt x="177418" y="122361"/>
                  </a:lnTo>
                  <a:cubicBezTo>
                    <a:pt x="177419" y="122361"/>
                    <a:pt x="177420" y="122361"/>
                    <a:pt x="177421" y="122361"/>
                  </a:cubicBezTo>
                  <a:cubicBezTo>
                    <a:pt x="180476" y="122361"/>
                    <a:pt x="183063" y="120107"/>
                    <a:pt x="183483" y="117080"/>
                  </a:cubicBezTo>
                  <a:cubicBezTo>
                    <a:pt x="183520" y="116804"/>
                    <a:pt x="183539" y="116524"/>
                    <a:pt x="183539" y="116244"/>
                  </a:cubicBezTo>
                  <a:lnTo>
                    <a:pt x="183539" y="6121"/>
                  </a:lnTo>
                  <a:cubicBezTo>
                    <a:pt x="183539" y="2742"/>
                    <a:pt x="180797" y="0"/>
                    <a:pt x="177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5"/>
            <p:cNvSpPr/>
            <p:nvPr/>
          </p:nvSpPr>
          <p:spPr>
            <a:xfrm>
              <a:off x="2017076" y="1388251"/>
              <a:ext cx="2793524" cy="1485466"/>
            </a:xfrm>
            <a:custGeom>
              <a:rect b="b" l="l" r="r" t="t"/>
              <a:pathLst>
                <a:path extrusionOk="0" h="91091" w="171303">
                  <a:moveTo>
                    <a:pt x="0" y="1"/>
                  </a:moveTo>
                  <a:lnTo>
                    <a:pt x="0" y="91090"/>
                  </a:lnTo>
                  <a:lnTo>
                    <a:pt x="171303" y="91090"/>
                  </a:lnTo>
                  <a:lnTo>
                    <a:pt x="171303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5"/>
            <p:cNvSpPr/>
            <p:nvPr/>
          </p:nvSpPr>
          <p:spPr>
            <a:xfrm>
              <a:off x="1917372" y="2984544"/>
              <a:ext cx="2993079" cy="299324"/>
            </a:xfrm>
            <a:custGeom>
              <a:rect b="b" l="l" r="r" t="t"/>
              <a:pathLst>
                <a:path extrusionOk="0" h="18355" w="183540">
                  <a:moveTo>
                    <a:pt x="1" y="0"/>
                  </a:moveTo>
                  <a:lnTo>
                    <a:pt x="1" y="12239"/>
                  </a:lnTo>
                  <a:cubicBezTo>
                    <a:pt x="1" y="12344"/>
                    <a:pt x="4" y="12451"/>
                    <a:pt x="8" y="12555"/>
                  </a:cubicBezTo>
                  <a:cubicBezTo>
                    <a:pt x="16" y="12684"/>
                    <a:pt x="27" y="12815"/>
                    <a:pt x="39" y="12942"/>
                  </a:cubicBezTo>
                  <a:cubicBezTo>
                    <a:pt x="69" y="13195"/>
                    <a:pt x="114" y="13447"/>
                    <a:pt x="173" y="13695"/>
                  </a:cubicBezTo>
                  <a:cubicBezTo>
                    <a:pt x="205" y="13817"/>
                    <a:pt x="239" y="13941"/>
                    <a:pt x="273" y="14060"/>
                  </a:cubicBezTo>
                  <a:cubicBezTo>
                    <a:pt x="312" y="14179"/>
                    <a:pt x="353" y="14298"/>
                    <a:pt x="397" y="14413"/>
                  </a:cubicBezTo>
                  <a:cubicBezTo>
                    <a:pt x="438" y="14520"/>
                    <a:pt x="480" y="14629"/>
                    <a:pt x="531" y="14736"/>
                  </a:cubicBezTo>
                  <a:cubicBezTo>
                    <a:pt x="534" y="14748"/>
                    <a:pt x="542" y="14763"/>
                    <a:pt x="545" y="14777"/>
                  </a:cubicBezTo>
                  <a:cubicBezTo>
                    <a:pt x="596" y="14882"/>
                    <a:pt x="645" y="14989"/>
                    <a:pt x="703" y="15089"/>
                  </a:cubicBezTo>
                  <a:cubicBezTo>
                    <a:pt x="761" y="15200"/>
                    <a:pt x="818" y="15307"/>
                    <a:pt x="883" y="15412"/>
                  </a:cubicBezTo>
                  <a:cubicBezTo>
                    <a:pt x="988" y="15580"/>
                    <a:pt x="1099" y="15742"/>
                    <a:pt x="1214" y="15900"/>
                  </a:cubicBezTo>
                  <a:cubicBezTo>
                    <a:pt x="1354" y="16084"/>
                    <a:pt x="1504" y="16263"/>
                    <a:pt x="1663" y="16433"/>
                  </a:cubicBezTo>
                  <a:cubicBezTo>
                    <a:pt x="1744" y="16518"/>
                    <a:pt x="1824" y="16598"/>
                    <a:pt x="1909" y="16678"/>
                  </a:cubicBezTo>
                  <a:cubicBezTo>
                    <a:pt x="2155" y="16909"/>
                    <a:pt x="2418" y="17120"/>
                    <a:pt x="2697" y="17311"/>
                  </a:cubicBezTo>
                  <a:cubicBezTo>
                    <a:pt x="2707" y="17317"/>
                    <a:pt x="2717" y="17323"/>
                    <a:pt x="2726" y="17330"/>
                  </a:cubicBezTo>
                  <a:cubicBezTo>
                    <a:pt x="2826" y="17396"/>
                    <a:pt x="2923" y="17457"/>
                    <a:pt x="3027" y="17518"/>
                  </a:cubicBezTo>
                  <a:cubicBezTo>
                    <a:pt x="3127" y="17576"/>
                    <a:pt x="3229" y="17634"/>
                    <a:pt x="3334" y="17688"/>
                  </a:cubicBezTo>
                  <a:cubicBezTo>
                    <a:pt x="3438" y="17740"/>
                    <a:pt x="3545" y="17790"/>
                    <a:pt x="3652" y="17837"/>
                  </a:cubicBezTo>
                  <a:cubicBezTo>
                    <a:pt x="3752" y="17883"/>
                    <a:pt x="3856" y="17924"/>
                    <a:pt x="3959" y="17963"/>
                  </a:cubicBezTo>
                  <a:cubicBezTo>
                    <a:pt x="4203" y="18057"/>
                    <a:pt x="4453" y="18133"/>
                    <a:pt x="4708" y="18189"/>
                  </a:cubicBezTo>
                  <a:cubicBezTo>
                    <a:pt x="4807" y="18216"/>
                    <a:pt x="4912" y="18237"/>
                    <a:pt x="5016" y="18255"/>
                  </a:cubicBezTo>
                  <a:cubicBezTo>
                    <a:pt x="5135" y="18279"/>
                    <a:pt x="5254" y="18296"/>
                    <a:pt x="5376" y="18308"/>
                  </a:cubicBezTo>
                  <a:cubicBezTo>
                    <a:pt x="5495" y="18325"/>
                    <a:pt x="5614" y="18335"/>
                    <a:pt x="5738" y="18343"/>
                  </a:cubicBezTo>
                  <a:lnTo>
                    <a:pt x="5748" y="18343"/>
                  </a:lnTo>
                  <a:cubicBezTo>
                    <a:pt x="5867" y="18352"/>
                    <a:pt x="5991" y="18355"/>
                    <a:pt x="6113" y="18355"/>
                  </a:cubicBezTo>
                  <a:lnTo>
                    <a:pt x="177418" y="18355"/>
                  </a:lnTo>
                  <a:cubicBezTo>
                    <a:pt x="177419" y="18355"/>
                    <a:pt x="177420" y="18355"/>
                    <a:pt x="177421" y="18355"/>
                  </a:cubicBezTo>
                  <a:cubicBezTo>
                    <a:pt x="180476" y="18355"/>
                    <a:pt x="183063" y="16101"/>
                    <a:pt x="183483" y="13074"/>
                  </a:cubicBezTo>
                  <a:cubicBezTo>
                    <a:pt x="183520" y="12798"/>
                    <a:pt x="183539" y="12518"/>
                    <a:pt x="183539" y="12238"/>
                  </a:cubicBezTo>
                  <a:lnTo>
                    <a:pt x="1835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5"/>
            <p:cNvSpPr/>
            <p:nvPr/>
          </p:nvSpPr>
          <p:spPr>
            <a:xfrm>
              <a:off x="3120490" y="3283851"/>
              <a:ext cx="586711" cy="78276"/>
            </a:xfrm>
            <a:custGeom>
              <a:rect b="b" l="l" r="r" t="t"/>
              <a:pathLst>
                <a:path extrusionOk="0" h="4800" w="35978">
                  <a:moveTo>
                    <a:pt x="334" y="1"/>
                  </a:moveTo>
                  <a:lnTo>
                    <a:pt x="1" y="4800"/>
                  </a:lnTo>
                  <a:lnTo>
                    <a:pt x="35978" y="4800"/>
                  </a:lnTo>
                  <a:lnTo>
                    <a:pt x="35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84" name="Google Shape;584;p35"/>
          <p:cNvPicPr preferRelativeResize="0"/>
          <p:nvPr/>
        </p:nvPicPr>
        <p:blipFill rotWithShape="1">
          <a:blip r:embed="rId3">
            <a:alphaModFix/>
          </a:blip>
          <a:srcRect b="48514" l="0" r="0" t="0"/>
          <a:stretch/>
        </p:blipFill>
        <p:spPr>
          <a:xfrm>
            <a:off x="4799700" y="918762"/>
            <a:ext cx="3862526" cy="2202276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6"/>
          <p:cNvSpPr txBox="1"/>
          <p:nvPr>
            <p:ph type="title"/>
          </p:nvPr>
        </p:nvSpPr>
        <p:spPr>
          <a:xfrm>
            <a:off x="4659425" y="1992632"/>
            <a:ext cx="319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Pour jouer</a:t>
            </a:r>
            <a:endParaRPr sz="3400">
              <a:solidFill>
                <a:schemeClr val="accent3"/>
              </a:solidFill>
            </a:endParaRPr>
          </a:p>
        </p:txBody>
      </p:sp>
      <p:sp>
        <p:nvSpPr>
          <p:cNvPr id="590" name="Google Shape;590;p36"/>
          <p:cNvSpPr txBox="1"/>
          <p:nvPr>
            <p:ph idx="1" type="subTitle"/>
          </p:nvPr>
        </p:nvSpPr>
        <p:spPr>
          <a:xfrm>
            <a:off x="4659425" y="2645525"/>
            <a:ext cx="4069500" cy="10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/>
              <a:t>L’utilisateur doit avoir </a:t>
            </a:r>
            <a:r>
              <a:rPr b="1" lang="en" sz="3200">
                <a:solidFill>
                  <a:schemeClr val="lt2"/>
                </a:solidFill>
              </a:rPr>
              <a:t>un compte</a:t>
            </a:r>
            <a:r>
              <a:rPr lang="en" sz="3200"/>
              <a:t> sobflous, sinon il doit s’inscrire.</a:t>
            </a:r>
            <a:endParaRPr sz="3200"/>
          </a:p>
        </p:txBody>
      </p:sp>
      <p:pic>
        <p:nvPicPr>
          <p:cNvPr id="591" name="Google Shape;591;p36"/>
          <p:cNvPicPr preferRelativeResize="0"/>
          <p:nvPr/>
        </p:nvPicPr>
        <p:blipFill rotWithShape="1">
          <a:blip r:embed="rId3">
            <a:alphaModFix/>
          </a:blip>
          <a:srcRect b="0" l="15768" r="15761" t="0"/>
          <a:stretch/>
        </p:blipFill>
        <p:spPr>
          <a:xfrm>
            <a:off x="1852770" y="680001"/>
            <a:ext cx="2189640" cy="30092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2" name="Google Shape;592;p36"/>
          <p:cNvGrpSpPr/>
          <p:nvPr/>
        </p:nvGrpSpPr>
        <p:grpSpPr>
          <a:xfrm>
            <a:off x="1762629" y="579508"/>
            <a:ext cx="2369926" cy="3210293"/>
            <a:chOff x="2641950" y="3481825"/>
            <a:chExt cx="469125" cy="635475"/>
          </a:xfrm>
        </p:grpSpPr>
        <p:sp>
          <p:nvSpPr>
            <p:cNvPr id="593" name="Google Shape;593;p36"/>
            <p:cNvSpPr/>
            <p:nvPr/>
          </p:nvSpPr>
          <p:spPr>
            <a:xfrm>
              <a:off x="2641950" y="3481825"/>
              <a:ext cx="469125" cy="635475"/>
            </a:xfrm>
            <a:custGeom>
              <a:rect b="b" l="l" r="r" t="t"/>
              <a:pathLst>
                <a:path extrusionOk="0" h="25419" w="18765">
                  <a:moveTo>
                    <a:pt x="17861" y="1055"/>
                  </a:moveTo>
                  <a:lnTo>
                    <a:pt x="17861" y="24364"/>
                  </a:lnTo>
                  <a:lnTo>
                    <a:pt x="896" y="24364"/>
                  </a:lnTo>
                  <a:lnTo>
                    <a:pt x="896" y="1055"/>
                  </a:lnTo>
                  <a:close/>
                  <a:moveTo>
                    <a:pt x="419" y="1"/>
                  </a:moveTo>
                  <a:cubicBezTo>
                    <a:pt x="185" y="1"/>
                    <a:pt x="1" y="193"/>
                    <a:pt x="1" y="428"/>
                  </a:cubicBezTo>
                  <a:lnTo>
                    <a:pt x="1" y="24992"/>
                  </a:lnTo>
                  <a:cubicBezTo>
                    <a:pt x="1" y="25226"/>
                    <a:pt x="185" y="25418"/>
                    <a:pt x="419" y="25418"/>
                  </a:cubicBezTo>
                  <a:lnTo>
                    <a:pt x="18338" y="25418"/>
                  </a:lnTo>
                  <a:cubicBezTo>
                    <a:pt x="18572" y="25418"/>
                    <a:pt x="18764" y="25226"/>
                    <a:pt x="18764" y="24992"/>
                  </a:cubicBezTo>
                  <a:lnTo>
                    <a:pt x="18764" y="428"/>
                  </a:lnTo>
                  <a:cubicBezTo>
                    <a:pt x="18764" y="193"/>
                    <a:pt x="18572" y="1"/>
                    <a:pt x="183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6"/>
            <p:cNvSpPr/>
            <p:nvPr/>
          </p:nvSpPr>
          <p:spPr>
            <a:xfrm>
              <a:off x="2872325" y="3491050"/>
              <a:ext cx="8175" cy="7975"/>
            </a:xfrm>
            <a:custGeom>
              <a:rect b="b" l="l" r="r" t="t"/>
              <a:pathLst>
                <a:path extrusionOk="0" h="319" w="327">
                  <a:moveTo>
                    <a:pt x="168" y="0"/>
                  </a:moveTo>
                  <a:cubicBezTo>
                    <a:pt x="75" y="0"/>
                    <a:pt x="0" y="76"/>
                    <a:pt x="0" y="159"/>
                  </a:cubicBezTo>
                  <a:cubicBezTo>
                    <a:pt x="0" y="251"/>
                    <a:pt x="75" y="318"/>
                    <a:pt x="168" y="318"/>
                  </a:cubicBezTo>
                  <a:cubicBezTo>
                    <a:pt x="251" y="318"/>
                    <a:pt x="327" y="251"/>
                    <a:pt x="327" y="159"/>
                  </a:cubicBezTo>
                  <a:cubicBezTo>
                    <a:pt x="327" y="76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7"/>
          <p:cNvSpPr txBox="1"/>
          <p:nvPr>
            <p:ph idx="4294967295" type="subTitle"/>
          </p:nvPr>
        </p:nvSpPr>
        <p:spPr>
          <a:xfrm>
            <a:off x="4921675" y="2048500"/>
            <a:ext cx="3712800" cy="15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500"/>
              <a:t>Le</a:t>
            </a:r>
            <a:r>
              <a:rPr lang="en" sz="2500"/>
              <a:t> joueur trouvera le lot qui a </a:t>
            </a:r>
            <a:r>
              <a:rPr lang="en" sz="2500"/>
              <a:t>gagné</a:t>
            </a:r>
            <a:r>
              <a:rPr lang="en" sz="2500"/>
              <a:t> au dessous de la page.</a:t>
            </a:r>
            <a:endParaRPr sz="2500"/>
          </a:p>
        </p:txBody>
      </p:sp>
      <p:pic>
        <p:nvPicPr>
          <p:cNvPr id="600" name="Google Shape;600;p3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15216" r="15209" t="0"/>
          <a:stretch/>
        </p:blipFill>
        <p:spPr>
          <a:xfrm>
            <a:off x="771125" y="1714500"/>
            <a:ext cx="3890976" cy="22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38"/>
          <p:cNvPicPr preferRelativeResize="0"/>
          <p:nvPr/>
        </p:nvPicPr>
        <p:blipFill rotWithShape="1">
          <a:blip r:embed="rId3">
            <a:alphaModFix/>
          </a:blip>
          <a:srcRect b="1310" l="12999" r="26423" t="-1310"/>
          <a:stretch/>
        </p:blipFill>
        <p:spPr>
          <a:xfrm>
            <a:off x="400375" y="309525"/>
            <a:ext cx="3425900" cy="4599548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38"/>
          <p:cNvSpPr txBox="1"/>
          <p:nvPr>
            <p:ph type="title"/>
          </p:nvPr>
        </p:nvSpPr>
        <p:spPr>
          <a:xfrm>
            <a:off x="4418875" y="1967900"/>
            <a:ext cx="3993600" cy="12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Mais si beaucoup de joueurs gagnent le plus grand prix 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9"/>
          <p:cNvSpPr txBox="1"/>
          <p:nvPr>
            <p:ph type="title"/>
          </p:nvPr>
        </p:nvSpPr>
        <p:spPr>
          <a:xfrm>
            <a:off x="589900" y="1054525"/>
            <a:ext cx="4910100" cy="3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/>
              <a:t>Chaque lot à une </a:t>
            </a:r>
            <a:r>
              <a:rPr lang="en" sz="5300">
                <a:solidFill>
                  <a:schemeClr val="lt2"/>
                </a:solidFill>
              </a:rPr>
              <a:t>probabilité</a:t>
            </a:r>
            <a:r>
              <a:rPr lang="en" sz="5300">
                <a:solidFill>
                  <a:schemeClr val="lt2"/>
                </a:solidFill>
              </a:rPr>
              <a:t> </a:t>
            </a:r>
            <a:r>
              <a:rPr lang="en" sz="5300">
                <a:solidFill>
                  <a:schemeClr val="lt2"/>
                </a:solidFill>
              </a:rPr>
              <a:t>prédéfinie</a:t>
            </a:r>
            <a:endParaRPr sz="53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0"/>
          <p:cNvSpPr txBox="1"/>
          <p:nvPr>
            <p:ph type="title"/>
          </p:nvPr>
        </p:nvSpPr>
        <p:spPr>
          <a:xfrm>
            <a:off x="713225" y="408025"/>
            <a:ext cx="55956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Les technologies</a:t>
            </a:r>
            <a:r>
              <a:rPr lang="en"/>
              <a:t> qu’on a utilisé </a:t>
            </a:r>
            <a:endParaRPr/>
          </a:p>
        </p:txBody>
      </p:sp>
      <p:grpSp>
        <p:nvGrpSpPr>
          <p:cNvPr id="617" name="Google Shape;617;p40"/>
          <p:cNvGrpSpPr/>
          <p:nvPr/>
        </p:nvGrpSpPr>
        <p:grpSpPr>
          <a:xfrm flipH="1">
            <a:off x="3506403" y="1967625"/>
            <a:ext cx="1053296" cy="1044350"/>
            <a:chOff x="17" y="-17"/>
            <a:chExt cx="840553" cy="834212"/>
          </a:xfrm>
        </p:grpSpPr>
        <p:sp>
          <p:nvSpPr>
            <p:cNvPr id="618" name="Google Shape;618;p40"/>
            <p:cNvSpPr/>
            <p:nvPr/>
          </p:nvSpPr>
          <p:spPr>
            <a:xfrm rot="5400000">
              <a:off x="6588" y="215"/>
              <a:ext cx="834212" cy="833749"/>
            </a:xfrm>
            <a:custGeom>
              <a:rect b="b" l="l" r="r" t="t"/>
              <a:pathLst>
                <a:path extrusionOk="0" h="25225" w="25239">
                  <a:moveTo>
                    <a:pt x="0" y="0"/>
                  </a:moveTo>
                  <a:lnTo>
                    <a:pt x="0" y="25224"/>
                  </a:lnTo>
                  <a:lnTo>
                    <a:pt x="25238" y="25224"/>
                  </a:lnTo>
                  <a:lnTo>
                    <a:pt x="25238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0"/>
            <p:cNvSpPr/>
            <p:nvPr/>
          </p:nvSpPr>
          <p:spPr>
            <a:xfrm rot="5400000">
              <a:off x="17" y="-17"/>
              <a:ext cx="832890" cy="832890"/>
            </a:xfrm>
            <a:custGeom>
              <a:rect b="b" l="l" r="r" t="t"/>
              <a:pathLst>
                <a:path extrusionOk="0" h="25199" w="25199">
                  <a:moveTo>
                    <a:pt x="0" y="1"/>
                  </a:moveTo>
                  <a:lnTo>
                    <a:pt x="0" y="25199"/>
                  </a:lnTo>
                  <a:lnTo>
                    <a:pt x="25198" y="25199"/>
                  </a:lnTo>
                  <a:cubicBezTo>
                    <a:pt x="25198" y="11279"/>
                    <a:pt x="13920" y="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0" name="Google Shape;620;p40"/>
          <p:cNvGrpSpPr/>
          <p:nvPr/>
        </p:nvGrpSpPr>
        <p:grpSpPr>
          <a:xfrm flipH="1">
            <a:off x="3506403" y="3011971"/>
            <a:ext cx="1053296" cy="1044350"/>
            <a:chOff x="17" y="-17"/>
            <a:chExt cx="840553" cy="834212"/>
          </a:xfrm>
        </p:grpSpPr>
        <p:sp>
          <p:nvSpPr>
            <p:cNvPr id="621" name="Google Shape;621;p40"/>
            <p:cNvSpPr/>
            <p:nvPr/>
          </p:nvSpPr>
          <p:spPr>
            <a:xfrm rot="5400000">
              <a:off x="6588" y="215"/>
              <a:ext cx="834212" cy="833749"/>
            </a:xfrm>
            <a:custGeom>
              <a:rect b="b" l="l" r="r" t="t"/>
              <a:pathLst>
                <a:path extrusionOk="0" h="25225" w="25239">
                  <a:moveTo>
                    <a:pt x="0" y="0"/>
                  </a:moveTo>
                  <a:lnTo>
                    <a:pt x="0" y="25224"/>
                  </a:lnTo>
                  <a:lnTo>
                    <a:pt x="25238" y="25224"/>
                  </a:lnTo>
                  <a:lnTo>
                    <a:pt x="25238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0"/>
            <p:cNvSpPr/>
            <p:nvPr/>
          </p:nvSpPr>
          <p:spPr>
            <a:xfrm rot="5400000">
              <a:off x="17" y="-17"/>
              <a:ext cx="832890" cy="832890"/>
            </a:xfrm>
            <a:custGeom>
              <a:rect b="b" l="l" r="r" t="t"/>
              <a:pathLst>
                <a:path extrusionOk="0" h="25199" w="25199">
                  <a:moveTo>
                    <a:pt x="0" y="1"/>
                  </a:moveTo>
                  <a:lnTo>
                    <a:pt x="0" y="25199"/>
                  </a:lnTo>
                  <a:lnTo>
                    <a:pt x="25198" y="25199"/>
                  </a:lnTo>
                  <a:cubicBezTo>
                    <a:pt x="25198" y="11279"/>
                    <a:pt x="13920" y="1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3" name="Google Shape;623;p40"/>
          <p:cNvGrpSpPr/>
          <p:nvPr/>
        </p:nvGrpSpPr>
        <p:grpSpPr>
          <a:xfrm>
            <a:off x="4559703" y="1967625"/>
            <a:ext cx="1053296" cy="1044350"/>
            <a:chOff x="17" y="-17"/>
            <a:chExt cx="840553" cy="834212"/>
          </a:xfrm>
        </p:grpSpPr>
        <p:sp>
          <p:nvSpPr>
            <p:cNvPr id="624" name="Google Shape;624;p40"/>
            <p:cNvSpPr/>
            <p:nvPr/>
          </p:nvSpPr>
          <p:spPr>
            <a:xfrm rot="5400000">
              <a:off x="6588" y="215"/>
              <a:ext cx="834212" cy="833749"/>
            </a:xfrm>
            <a:custGeom>
              <a:rect b="b" l="l" r="r" t="t"/>
              <a:pathLst>
                <a:path extrusionOk="0" h="25225" w="25239">
                  <a:moveTo>
                    <a:pt x="0" y="0"/>
                  </a:moveTo>
                  <a:lnTo>
                    <a:pt x="0" y="25224"/>
                  </a:lnTo>
                  <a:lnTo>
                    <a:pt x="25238" y="25224"/>
                  </a:lnTo>
                  <a:lnTo>
                    <a:pt x="25238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0"/>
            <p:cNvSpPr/>
            <p:nvPr/>
          </p:nvSpPr>
          <p:spPr>
            <a:xfrm rot="5400000">
              <a:off x="17" y="-17"/>
              <a:ext cx="832890" cy="832890"/>
            </a:xfrm>
            <a:custGeom>
              <a:rect b="b" l="l" r="r" t="t"/>
              <a:pathLst>
                <a:path extrusionOk="0" h="25199" w="25199">
                  <a:moveTo>
                    <a:pt x="0" y="1"/>
                  </a:moveTo>
                  <a:lnTo>
                    <a:pt x="0" y="25199"/>
                  </a:lnTo>
                  <a:lnTo>
                    <a:pt x="25198" y="25199"/>
                  </a:lnTo>
                  <a:cubicBezTo>
                    <a:pt x="25198" y="11279"/>
                    <a:pt x="1392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40"/>
          <p:cNvGrpSpPr/>
          <p:nvPr/>
        </p:nvGrpSpPr>
        <p:grpSpPr>
          <a:xfrm>
            <a:off x="4559703" y="3011971"/>
            <a:ext cx="1053296" cy="1044350"/>
            <a:chOff x="17" y="-17"/>
            <a:chExt cx="840553" cy="834212"/>
          </a:xfrm>
        </p:grpSpPr>
        <p:sp>
          <p:nvSpPr>
            <p:cNvPr id="627" name="Google Shape;627;p40"/>
            <p:cNvSpPr/>
            <p:nvPr/>
          </p:nvSpPr>
          <p:spPr>
            <a:xfrm rot="5400000">
              <a:off x="6588" y="215"/>
              <a:ext cx="834212" cy="833749"/>
            </a:xfrm>
            <a:custGeom>
              <a:rect b="b" l="l" r="r" t="t"/>
              <a:pathLst>
                <a:path extrusionOk="0" h="25225" w="25239">
                  <a:moveTo>
                    <a:pt x="0" y="0"/>
                  </a:moveTo>
                  <a:lnTo>
                    <a:pt x="0" y="25224"/>
                  </a:lnTo>
                  <a:lnTo>
                    <a:pt x="25238" y="25224"/>
                  </a:lnTo>
                  <a:lnTo>
                    <a:pt x="25238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0"/>
            <p:cNvSpPr/>
            <p:nvPr/>
          </p:nvSpPr>
          <p:spPr>
            <a:xfrm rot="5400000">
              <a:off x="17" y="-17"/>
              <a:ext cx="832890" cy="832890"/>
            </a:xfrm>
            <a:custGeom>
              <a:rect b="b" l="l" r="r" t="t"/>
              <a:pathLst>
                <a:path extrusionOk="0" h="25199" w="25199">
                  <a:moveTo>
                    <a:pt x="0" y="1"/>
                  </a:moveTo>
                  <a:lnTo>
                    <a:pt x="0" y="25199"/>
                  </a:lnTo>
                  <a:lnTo>
                    <a:pt x="25198" y="25199"/>
                  </a:lnTo>
                  <a:cubicBezTo>
                    <a:pt x="25198" y="11279"/>
                    <a:pt x="13920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29" name="Google Shape;629;p40"/>
          <p:cNvCxnSpPr/>
          <p:nvPr/>
        </p:nvCxnSpPr>
        <p:spPr>
          <a:xfrm>
            <a:off x="2755275" y="2248475"/>
            <a:ext cx="14184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40"/>
          <p:cNvCxnSpPr/>
          <p:nvPr/>
        </p:nvCxnSpPr>
        <p:spPr>
          <a:xfrm>
            <a:off x="4967150" y="2248475"/>
            <a:ext cx="14184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40"/>
          <p:cNvCxnSpPr/>
          <p:nvPr/>
        </p:nvCxnSpPr>
        <p:spPr>
          <a:xfrm>
            <a:off x="2755275" y="3491325"/>
            <a:ext cx="1418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40"/>
          <p:cNvCxnSpPr/>
          <p:nvPr/>
        </p:nvCxnSpPr>
        <p:spPr>
          <a:xfrm>
            <a:off x="4967150" y="3491325"/>
            <a:ext cx="14184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3" name="Google Shape;633;p40"/>
          <p:cNvSpPr txBox="1"/>
          <p:nvPr>
            <p:ph idx="4294967295" type="subTitle"/>
          </p:nvPr>
        </p:nvSpPr>
        <p:spPr>
          <a:xfrm>
            <a:off x="736175" y="1799375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>
                <a:solidFill>
                  <a:schemeClr val="lt2"/>
                </a:solidFill>
              </a:rPr>
              <a:t>HTML5, CSS3</a:t>
            </a:r>
            <a:endParaRPr b="1" sz="2000">
              <a:solidFill>
                <a:schemeClr val="lt2"/>
              </a:solidFill>
            </a:endParaRPr>
          </a:p>
        </p:txBody>
      </p:sp>
      <p:sp>
        <p:nvSpPr>
          <p:cNvPr id="634" name="Google Shape;634;p40"/>
          <p:cNvSpPr txBox="1"/>
          <p:nvPr>
            <p:ph idx="4294967295" type="subTitle"/>
          </p:nvPr>
        </p:nvSpPr>
        <p:spPr>
          <a:xfrm>
            <a:off x="736175" y="2968750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>
                <a:solidFill>
                  <a:schemeClr val="accent2"/>
                </a:solidFill>
              </a:rPr>
              <a:t>Javascript</a:t>
            </a:r>
            <a:endParaRPr b="1" sz="2000">
              <a:solidFill>
                <a:schemeClr val="accent2"/>
              </a:solidFill>
            </a:endParaRPr>
          </a:p>
        </p:txBody>
      </p:sp>
      <p:sp>
        <p:nvSpPr>
          <p:cNvPr id="635" name="Google Shape;635;p40"/>
          <p:cNvSpPr txBox="1"/>
          <p:nvPr>
            <p:ph idx="4294967295" type="subTitle"/>
          </p:nvPr>
        </p:nvSpPr>
        <p:spPr>
          <a:xfrm>
            <a:off x="6496225" y="1799375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Php7</a:t>
            </a:r>
            <a:endParaRPr b="1" sz="2000">
              <a:solidFill>
                <a:schemeClr val="accent1"/>
              </a:solidFill>
            </a:endParaRPr>
          </a:p>
        </p:txBody>
      </p:sp>
      <p:sp>
        <p:nvSpPr>
          <p:cNvPr id="636" name="Google Shape;636;p40"/>
          <p:cNvSpPr txBox="1"/>
          <p:nvPr>
            <p:ph idx="4294967295" type="subTitle"/>
          </p:nvPr>
        </p:nvSpPr>
        <p:spPr>
          <a:xfrm>
            <a:off x="6496225" y="2968750"/>
            <a:ext cx="1911600" cy="4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>
                <a:solidFill>
                  <a:schemeClr val="accent5"/>
                </a:solidFill>
              </a:rPr>
              <a:t>MySQl</a:t>
            </a:r>
            <a:endParaRPr b="1"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1"/>
          <p:cNvSpPr txBox="1"/>
          <p:nvPr>
            <p:ph type="title"/>
          </p:nvPr>
        </p:nvSpPr>
        <p:spPr>
          <a:xfrm>
            <a:off x="1960575" y="861575"/>
            <a:ext cx="6272400" cy="20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700">
                <a:solidFill>
                  <a:srgbClr val="000000"/>
                </a:solidFill>
              </a:rPr>
              <a:t>Et beaucoup de travail </a:t>
            </a:r>
            <a:r>
              <a:rPr lang="en" sz="3700">
                <a:solidFill>
                  <a:srgbClr val="000000"/>
                </a:solidFill>
              </a:rPr>
              <a:t>d'équipe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2"/>
          <p:cNvSpPr txBox="1"/>
          <p:nvPr>
            <p:ph type="title"/>
          </p:nvPr>
        </p:nvSpPr>
        <p:spPr>
          <a:xfrm>
            <a:off x="2793175" y="1799250"/>
            <a:ext cx="6269700" cy="17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Remerciements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3"/>
          <p:cNvSpPr txBox="1"/>
          <p:nvPr>
            <p:ph type="title"/>
          </p:nvPr>
        </p:nvSpPr>
        <p:spPr>
          <a:xfrm>
            <a:off x="1023150" y="1702800"/>
            <a:ext cx="5648700" cy="17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Merci pour </a:t>
            </a:r>
            <a:endParaRPr sz="5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votre attention.</a:t>
            </a:r>
            <a:endParaRPr sz="5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Philosophy Lesson by Slidesgo ">
  <a:themeElements>
    <a:clrScheme name="Simple Light">
      <a:dk1>
        <a:srgbClr val="000000"/>
      </a:dk1>
      <a:lt1>
        <a:srgbClr val="FFFFFF"/>
      </a:lt1>
      <a:dk2>
        <a:srgbClr val="AA8CFF"/>
      </a:dk2>
      <a:lt2>
        <a:srgbClr val="462C91"/>
      </a:lt2>
      <a:accent1>
        <a:srgbClr val="785DC5"/>
      </a:accent1>
      <a:accent2>
        <a:srgbClr val="F4CE2B"/>
      </a:accent2>
      <a:accent3>
        <a:srgbClr val="785DC5"/>
      </a:accent3>
      <a:accent4>
        <a:srgbClr val="462C91"/>
      </a:accent4>
      <a:accent5>
        <a:srgbClr val="AA8CFF"/>
      </a:accent5>
      <a:accent6>
        <a:srgbClr val="F4CE2B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