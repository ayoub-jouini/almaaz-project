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7" r:id="rId3"/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Arvo"/>
      <p:regular r:id="rId28"/>
      <p:bold r:id="rId29"/>
      <p:italic r:id="rId30"/>
      <p:boldItalic r:id="rId31"/>
    </p:embeddedFont>
    <p:embeddedFont>
      <p:font typeface="Squada One"/>
      <p:regular r:id="rId32"/>
    </p:embeddedFont>
    <p:embeddedFont>
      <p:font typeface="Proxima Nova Semibold"/>
      <p:regular r:id="rId33"/>
      <p:bold r:id="rId34"/>
      <p:boldItalic r:id="rId35"/>
    </p:embeddedFont>
    <p:embeddedFont>
      <p:font typeface="Nunito Sans SemiBold"/>
      <p:regular r:id="rId36"/>
      <p:bold r:id="rId37"/>
      <p:italic r:id="rId38"/>
      <p:boldItalic r:id="rId39"/>
    </p:embeddedFont>
    <p:embeddedFont>
      <p:font typeface="Roboto Light"/>
      <p:regular r:id="rId40"/>
      <p:bold r:id="rId41"/>
      <p:italic r:id="rId42"/>
      <p:boldItalic r:id="rId43"/>
    </p:embeddedFont>
    <p:embeddedFont>
      <p:font typeface="Nunito Sans ExtraBold"/>
      <p:bold r:id="rId44"/>
      <p:boldItalic r:id="rId45"/>
    </p:embeddedFont>
    <p:embeddedFont>
      <p:font typeface="Roboto Slab Regular"/>
      <p:regular r:id="rId46"/>
      <p:bold r:id="rId47"/>
    </p:embeddedFont>
    <p:embeddedFont>
      <p:font typeface="Nunito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regular.fntdata"/><Relationship Id="rId42" Type="http://schemas.openxmlformats.org/officeDocument/2006/relationships/font" Target="fonts/RobotoLight-italic.fntdata"/><Relationship Id="rId41" Type="http://schemas.openxmlformats.org/officeDocument/2006/relationships/font" Target="fonts/RobotoLight-bold.fntdata"/><Relationship Id="rId44" Type="http://schemas.openxmlformats.org/officeDocument/2006/relationships/font" Target="fonts/NunitoSansExtraBold-bold.fntdata"/><Relationship Id="rId43" Type="http://schemas.openxmlformats.org/officeDocument/2006/relationships/font" Target="fonts/RobotoLight-boldItalic.fntdata"/><Relationship Id="rId46" Type="http://schemas.openxmlformats.org/officeDocument/2006/relationships/font" Target="fonts/RobotoSlabRegular-regular.fntdata"/><Relationship Id="rId45" Type="http://schemas.openxmlformats.org/officeDocument/2006/relationships/font" Target="fonts/NunitoSansExtraBold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NunitoSans-regular.fntdata"/><Relationship Id="rId47" Type="http://schemas.openxmlformats.org/officeDocument/2006/relationships/font" Target="fonts/RobotoSlabRegular-bold.fntdata"/><Relationship Id="rId49" Type="http://schemas.openxmlformats.org/officeDocument/2006/relationships/font" Target="fonts/NunitoSans-bold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vo-boldItalic.fntdata"/><Relationship Id="rId30" Type="http://schemas.openxmlformats.org/officeDocument/2006/relationships/font" Target="fonts/Arvo-italic.fntdata"/><Relationship Id="rId33" Type="http://schemas.openxmlformats.org/officeDocument/2006/relationships/font" Target="fonts/ProximaNovaSemibold-regular.fntdata"/><Relationship Id="rId32" Type="http://schemas.openxmlformats.org/officeDocument/2006/relationships/font" Target="fonts/SquadaOne-regular.fntdata"/><Relationship Id="rId35" Type="http://schemas.openxmlformats.org/officeDocument/2006/relationships/font" Target="fonts/ProximaNovaSemibold-boldItalic.fntdata"/><Relationship Id="rId34" Type="http://schemas.openxmlformats.org/officeDocument/2006/relationships/font" Target="fonts/ProximaNovaSemibold-bold.fntdata"/><Relationship Id="rId37" Type="http://schemas.openxmlformats.org/officeDocument/2006/relationships/font" Target="fonts/NunitoSansSemiBold-bold.fntdata"/><Relationship Id="rId36" Type="http://schemas.openxmlformats.org/officeDocument/2006/relationships/font" Target="fonts/NunitoSansSemiBold-regular.fntdata"/><Relationship Id="rId39" Type="http://schemas.openxmlformats.org/officeDocument/2006/relationships/font" Target="fonts/NunitoSansSemiBold-boldItalic.fntdata"/><Relationship Id="rId38" Type="http://schemas.openxmlformats.org/officeDocument/2006/relationships/font" Target="fonts/NunitoSansSemiBold-italic.fntdata"/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ProximaNova-regular.fntdata"/><Relationship Id="rId23" Type="http://schemas.openxmlformats.org/officeDocument/2006/relationships/font" Target="fonts/Roboto-boldItalic.fntdata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Arvo-regular.fntdata"/><Relationship Id="rId27" Type="http://schemas.openxmlformats.org/officeDocument/2006/relationships/font" Target="fonts/ProximaNova-boldItalic.fntdata"/><Relationship Id="rId29" Type="http://schemas.openxmlformats.org/officeDocument/2006/relationships/font" Target="fonts/Arvo-bold.fntdata"/><Relationship Id="rId51" Type="http://schemas.openxmlformats.org/officeDocument/2006/relationships/font" Target="fonts/NunitoSans-boldItalic.fntdata"/><Relationship Id="rId50" Type="http://schemas.openxmlformats.org/officeDocument/2006/relationships/font" Target="fonts/Nuni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54ba6ba302_0_15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54ba6ba302_0_15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2475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59315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988" y="3938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550351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b="0"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TITLE + SUBTITLE">
  <p:cSld name="1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b="0"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 flipH="1">
            <a:off x="6179302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flipH="1">
            <a:off x="5723512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 flipH="1">
            <a:off x="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 flipH="1">
            <a:off x="6187292" y="0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 flipH="1">
            <a:off x="5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5"/>
          <p:cNvCxnSpPr/>
          <p:nvPr/>
        </p:nvCxnSpPr>
        <p:spPr>
          <a:xfrm>
            <a:off x="1704305" y="33062"/>
            <a:ext cx="0" cy="4080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 flipH="1">
            <a:off x="2406290" y="1389099"/>
            <a:ext cx="6451500" cy="5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 flipH="1">
            <a:off x="2406290" y="2108561"/>
            <a:ext cx="6451500" cy="5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3" type="subTitle"/>
          </p:nvPr>
        </p:nvSpPr>
        <p:spPr>
          <a:xfrm flipH="1">
            <a:off x="2406290" y="2810183"/>
            <a:ext cx="6451500" cy="5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4" type="subTitle"/>
          </p:nvPr>
        </p:nvSpPr>
        <p:spPr>
          <a:xfrm>
            <a:off x="2404800" y="1880524"/>
            <a:ext cx="4434600" cy="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5" type="subTitle"/>
          </p:nvPr>
        </p:nvSpPr>
        <p:spPr>
          <a:xfrm>
            <a:off x="2404800" y="2599372"/>
            <a:ext cx="4434600" cy="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6" type="subTitle"/>
          </p:nvPr>
        </p:nvSpPr>
        <p:spPr>
          <a:xfrm>
            <a:off x="2404800" y="3310849"/>
            <a:ext cx="4434600" cy="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6052873" y="2105374"/>
            <a:ext cx="2135700" cy="9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hasCustomPrompt="1" idx="7" type="title"/>
          </p:nvPr>
        </p:nvSpPr>
        <p:spPr>
          <a:xfrm>
            <a:off x="1109465" y="1624139"/>
            <a:ext cx="1230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5"/>
          <p:cNvSpPr txBox="1"/>
          <p:nvPr>
            <p:ph hasCustomPrompt="1" idx="8" type="title"/>
          </p:nvPr>
        </p:nvSpPr>
        <p:spPr>
          <a:xfrm>
            <a:off x="1109465" y="2340911"/>
            <a:ext cx="1230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5"/>
          <p:cNvSpPr txBox="1"/>
          <p:nvPr>
            <p:ph hasCustomPrompt="1" idx="9" type="title"/>
          </p:nvPr>
        </p:nvSpPr>
        <p:spPr>
          <a:xfrm>
            <a:off x="1109465" y="3061516"/>
            <a:ext cx="1230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5"/>
          <p:cNvSpPr txBox="1"/>
          <p:nvPr>
            <p:ph idx="13" type="subTitle"/>
          </p:nvPr>
        </p:nvSpPr>
        <p:spPr>
          <a:xfrm flipH="1">
            <a:off x="2406290" y="3580183"/>
            <a:ext cx="6451500" cy="5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quada One"/>
              <a:buNone/>
              <a:defRPr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14" type="subTitle"/>
          </p:nvPr>
        </p:nvSpPr>
        <p:spPr>
          <a:xfrm>
            <a:off x="2404800" y="4080849"/>
            <a:ext cx="4434600" cy="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hasCustomPrompt="1" idx="15" type="title"/>
          </p:nvPr>
        </p:nvSpPr>
        <p:spPr>
          <a:xfrm>
            <a:off x="1109465" y="3831516"/>
            <a:ext cx="1230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5"/>
          <p:cNvSpPr/>
          <p:nvPr/>
        </p:nvSpPr>
        <p:spPr>
          <a:xfrm>
            <a:off x="8554105" y="1019672"/>
            <a:ext cx="89" cy="89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gradFill>
            <a:gsLst>
              <a:gs pos="0">
                <a:srgbClr val="C2008B"/>
              </a:gs>
              <a:gs pos="100000">
                <a:srgbClr val="50009C"/>
              </a:gs>
            </a:gsLst>
            <a:lin ang="13200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484504" y="0"/>
            <a:ext cx="4659494" cy="1452739"/>
          </a:xfrm>
          <a:custGeom>
            <a:rect b="b" l="l" r="r" t="t"/>
            <a:pathLst>
              <a:path extrusionOk="0" h="5931" w="19023">
                <a:moveTo>
                  <a:pt x="609" y="0"/>
                </a:moveTo>
                <a:cubicBezTo>
                  <a:pt x="566" y="75"/>
                  <a:pt x="513" y="150"/>
                  <a:pt x="449" y="225"/>
                </a:cubicBezTo>
                <a:cubicBezTo>
                  <a:pt x="299" y="417"/>
                  <a:pt x="150" y="577"/>
                  <a:pt x="0" y="716"/>
                </a:cubicBezTo>
                <a:cubicBezTo>
                  <a:pt x="630" y="1014"/>
                  <a:pt x="1382" y="1231"/>
                  <a:pt x="2235" y="1231"/>
                </a:cubicBezTo>
                <a:cubicBezTo>
                  <a:pt x="2452" y="1231"/>
                  <a:pt x="2676" y="1217"/>
                  <a:pt x="2906" y="1186"/>
                </a:cubicBezTo>
                <a:cubicBezTo>
                  <a:pt x="5036" y="928"/>
                  <a:pt x="6812" y="217"/>
                  <a:pt x="8042" y="217"/>
                </a:cubicBezTo>
                <a:cubicBezTo>
                  <a:pt x="8699" y="217"/>
                  <a:pt x="9200" y="420"/>
                  <a:pt x="9517" y="1004"/>
                </a:cubicBezTo>
                <a:cubicBezTo>
                  <a:pt x="10425" y="2670"/>
                  <a:pt x="8940" y="5789"/>
                  <a:pt x="10563" y="5928"/>
                </a:cubicBezTo>
                <a:cubicBezTo>
                  <a:pt x="10578" y="5930"/>
                  <a:pt x="10592" y="5930"/>
                  <a:pt x="10606" y="5930"/>
                </a:cubicBezTo>
                <a:cubicBezTo>
                  <a:pt x="11541" y="5930"/>
                  <a:pt x="12090" y="3555"/>
                  <a:pt x="12732" y="1998"/>
                </a:cubicBezTo>
                <a:cubicBezTo>
                  <a:pt x="13041" y="1224"/>
                  <a:pt x="13518" y="720"/>
                  <a:pt x="13946" y="720"/>
                </a:cubicBezTo>
                <a:cubicBezTo>
                  <a:pt x="14138" y="720"/>
                  <a:pt x="14320" y="822"/>
                  <a:pt x="14472" y="1047"/>
                </a:cubicBezTo>
                <a:cubicBezTo>
                  <a:pt x="15103" y="1987"/>
                  <a:pt x="14014" y="4102"/>
                  <a:pt x="15253" y="4882"/>
                </a:cubicBezTo>
                <a:cubicBezTo>
                  <a:pt x="15564" y="5077"/>
                  <a:pt x="15837" y="5146"/>
                  <a:pt x="16097" y="5146"/>
                </a:cubicBezTo>
                <a:cubicBezTo>
                  <a:pt x="16701" y="5146"/>
                  <a:pt x="17230" y="4776"/>
                  <a:pt x="17987" y="4776"/>
                </a:cubicBezTo>
                <a:cubicBezTo>
                  <a:pt x="18202" y="4776"/>
                  <a:pt x="18434" y="4806"/>
                  <a:pt x="18692" y="4882"/>
                </a:cubicBezTo>
                <a:cubicBezTo>
                  <a:pt x="18830" y="4924"/>
                  <a:pt x="18927" y="4977"/>
                  <a:pt x="19022" y="5042"/>
                </a:cubicBezTo>
                <a:lnTo>
                  <a:pt x="1902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7F6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0" y="0"/>
            <a:ext cx="4733407" cy="1794523"/>
          </a:xfrm>
          <a:custGeom>
            <a:rect b="b" l="l" r="r" t="t"/>
            <a:pathLst>
              <a:path extrusionOk="0" h="5661" w="14932">
                <a:moveTo>
                  <a:pt x="10232" y="0"/>
                </a:moveTo>
                <a:lnTo>
                  <a:pt x="10168" y="97"/>
                </a:lnTo>
                <a:cubicBezTo>
                  <a:pt x="9611" y="647"/>
                  <a:pt x="9059" y="826"/>
                  <a:pt x="8530" y="826"/>
                </a:cubicBezTo>
                <a:cubicBezTo>
                  <a:pt x="7549" y="826"/>
                  <a:pt x="6648" y="213"/>
                  <a:pt x="5941" y="213"/>
                </a:cubicBezTo>
                <a:cubicBezTo>
                  <a:pt x="5712" y="213"/>
                  <a:pt x="5503" y="278"/>
                  <a:pt x="5319" y="449"/>
                </a:cubicBezTo>
                <a:cubicBezTo>
                  <a:pt x="4529" y="1196"/>
                  <a:pt x="5939" y="3557"/>
                  <a:pt x="4967" y="3963"/>
                </a:cubicBezTo>
                <a:cubicBezTo>
                  <a:pt x="4897" y="3992"/>
                  <a:pt x="4828" y="4005"/>
                  <a:pt x="4759" y="4005"/>
                </a:cubicBezTo>
                <a:cubicBezTo>
                  <a:pt x="3902" y="4005"/>
                  <a:pt x="3144" y="1939"/>
                  <a:pt x="1350" y="1939"/>
                </a:cubicBezTo>
                <a:cubicBezTo>
                  <a:pt x="1197" y="1939"/>
                  <a:pt x="1035" y="1954"/>
                  <a:pt x="866" y="1987"/>
                </a:cubicBezTo>
                <a:cubicBezTo>
                  <a:pt x="588" y="2041"/>
                  <a:pt x="299" y="2158"/>
                  <a:pt x="0" y="2307"/>
                </a:cubicBezTo>
                <a:lnTo>
                  <a:pt x="0" y="3781"/>
                </a:lnTo>
                <a:cubicBezTo>
                  <a:pt x="1324" y="4420"/>
                  <a:pt x="4045" y="5660"/>
                  <a:pt x="5454" y="5660"/>
                </a:cubicBezTo>
                <a:cubicBezTo>
                  <a:pt x="5693" y="5660"/>
                  <a:pt x="5895" y="5625"/>
                  <a:pt x="6045" y="5544"/>
                </a:cubicBezTo>
                <a:cubicBezTo>
                  <a:pt x="7391" y="4818"/>
                  <a:pt x="5597" y="1773"/>
                  <a:pt x="6772" y="1709"/>
                </a:cubicBezTo>
                <a:cubicBezTo>
                  <a:pt x="6787" y="1708"/>
                  <a:pt x="6803" y="1708"/>
                  <a:pt x="6818" y="1708"/>
                </a:cubicBezTo>
                <a:cubicBezTo>
                  <a:pt x="7886" y="1708"/>
                  <a:pt x="8769" y="3344"/>
                  <a:pt x="9571" y="3344"/>
                </a:cubicBezTo>
                <a:cubicBezTo>
                  <a:pt x="9635" y="3344"/>
                  <a:pt x="9699" y="3334"/>
                  <a:pt x="9762" y="3311"/>
                </a:cubicBezTo>
                <a:cubicBezTo>
                  <a:pt x="10638" y="3002"/>
                  <a:pt x="9613" y="930"/>
                  <a:pt x="10393" y="780"/>
                </a:cubicBezTo>
                <a:cubicBezTo>
                  <a:pt x="10419" y="775"/>
                  <a:pt x="10447" y="773"/>
                  <a:pt x="10475" y="773"/>
                </a:cubicBezTo>
                <a:cubicBezTo>
                  <a:pt x="10969" y="773"/>
                  <a:pt x="11706" y="1502"/>
                  <a:pt x="12665" y="1502"/>
                </a:cubicBezTo>
                <a:cubicBezTo>
                  <a:pt x="13278" y="1502"/>
                  <a:pt x="13983" y="1203"/>
                  <a:pt x="14772" y="225"/>
                </a:cubicBezTo>
                <a:cubicBezTo>
                  <a:pt x="14836" y="150"/>
                  <a:pt x="14889" y="75"/>
                  <a:pt x="149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7F6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2430680" y="3561676"/>
            <a:ext cx="6232008" cy="1581823"/>
          </a:xfrm>
          <a:custGeom>
            <a:rect b="b" l="l" r="r" t="t"/>
            <a:pathLst>
              <a:path extrusionOk="0" h="6458" w="25443">
                <a:moveTo>
                  <a:pt x="19506" y="0"/>
                </a:moveTo>
                <a:cubicBezTo>
                  <a:pt x="18504" y="0"/>
                  <a:pt x="17580" y="416"/>
                  <a:pt x="16940" y="1662"/>
                </a:cubicBezTo>
                <a:cubicBezTo>
                  <a:pt x="15960" y="3553"/>
                  <a:pt x="15173" y="4058"/>
                  <a:pt x="14466" y="4058"/>
                </a:cubicBezTo>
                <a:cubicBezTo>
                  <a:pt x="13971" y="4058"/>
                  <a:pt x="13517" y="3810"/>
                  <a:pt x="13064" y="3617"/>
                </a:cubicBezTo>
                <a:cubicBezTo>
                  <a:pt x="12284" y="3284"/>
                  <a:pt x="9880" y="1600"/>
                  <a:pt x="7770" y="1600"/>
                </a:cubicBezTo>
                <a:cubicBezTo>
                  <a:pt x="6901" y="1600"/>
                  <a:pt x="6083" y="1885"/>
                  <a:pt x="5448" y="2666"/>
                </a:cubicBezTo>
                <a:cubicBezTo>
                  <a:pt x="3646" y="4903"/>
                  <a:pt x="3718" y="5547"/>
                  <a:pt x="3297" y="5547"/>
                </a:cubicBezTo>
                <a:cubicBezTo>
                  <a:pt x="3211" y="5547"/>
                  <a:pt x="3106" y="5520"/>
                  <a:pt x="2960" y="5475"/>
                </a:cubicBezTo>
                <a:cubicBezTo>
                  <a:pt x="2529" y="5337"/>
                  <a:pt x="1913" y="5064"/>
                  <a:pt x="1348" y="5064"/>
                </a:cubicBezTo>
                <a:cubicBezTo>
                  <a:pt x="778" y="5064"/>
                  <a:pt x="258" y="5342"/>
                  <a:pt x="33" y="6319"/>
                </a:cubicBezTo>
                <a:cubicBezTo>
                  <a:pt x="12" y="6372"/>
                  <a:pt x="12" y="6415"/>
                  <a:pt x="1" y="6458"/>
                </a:cubicBezTo>
                <a:lnTo>
                  <a:pt x="6665" y="6458"/>
                </a:lnTo>
                <a:cubicBezTo>
                  <a:pt x="7497" y="5643"/>
                  <a:pt x="9143" y="4331"/>
                  <a:pt x="11189" y="4331"/>
                </a:cubicBezTo>
                <a:cubicBezTo>
                  <a:pt x="11666" y="4331"/>
                  <a:pt x="12164" y="4402"/>
                  <a:pt x="12679" y="4568"/>
                </a:cubicBezTo>
                <a:cubicBezTo>
                  <a:pt x="14653" y="5199"/>
                  <a:pt x="16000" y="5536"/>
                  <a:pt x="16876" y="5536"/>
                </a:cubicBezTo>
                <a:cubicBezTo>
                  <a:pt x="17644" y="5536"/>
                  <a:pt x="18051" y="5276"/>
                  <a:pt x="18201" y="4727"/>
                </a:cubicBezTo>
                <a:cubicBezTo>
                  <a:pt x="18505" y="3564"/>
                  <a:pt x="18438" y="1329"/>
                  <a:pt x="20084" y="1329"/>
                </a:cubicBezTo>
                <a:cubicBezTo>
                  <a:pt x="20114" y="1329"/>
                  <a:pt x="20145" y="1329"/>
                  <a:pt x="20177" y="1331"/>
                </a:cubicBezTo>
                <a:cubicBezTo>
                  <a:pt x="21738" y="1399"/>
                  <a:pt x="22985" y="2883"/>
                  <a:pt x="24430" y="2883"/>
                </a:cubicBezTo>
                <a:cubicBezTo>
                  <a:pt x="24587" y="2883"/>
                  <a:pt x="24746" y="2865"/>
                  <a:pt x="24908" y="2826"/>
                </a:cubicBezTo>
                <a:cubicBezTo>
                  <a:pt x="25357" y="2719"/>
                  <a:pt x="25442" y="2228"/>
                  <a:pt x="25432" y="1545"/>
                </a:cubicBezTo>
                <a:lnTo>
                  <a:pt x="25432" y="1545"/>
                </a:lnTo>
                <a:cubicBezTo>
                  <a:pt x="25281" y="1615"/>
                  <a:pt x="25103" y="1657"/>
                  <a:pt x="24892" y="1657"/>
                </a:cubicBezTo>
                <a:cubicBezTo>
                  <a:pt x="24655" y="1657"/>
                  <a:pt x="24376" y="1605"/>
                  <a:pt x="24043" y="1480"/>
                </a:cubicBezTo>
                <a:cubicBezTo>
                  <a:pt x="22883" y="1048"/>
                  <a:pt x="21096" y="0"/>
                  <a:pt x="195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7F6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0" y="0"/>
            <a:ext cx="3243835" cy="1269575"/>
          </a:xfrm>
          <a:custGeom>
            <a:rect b="b" l="l" r="r" t="t"/>
            <a:pathLst>
              <a:path extrusionOk="0" h="4005" w="10233">
                <a:moveTo>
                  <a:pt x="0" y="0"/>
                </a:moveTo>
                <a:lnTo>
                  <a:pt x="0" y="2307"/>
                </a:lnTo>
                <a:cubicBezTo>
                  <a:pt x="299" y="2158"/>
                  <a:pt x="588" y="2041"/>
                  <a:pt x="866" y="1987"/>
                </a:cubicBezTo>
                <a:cubicBezTo>
                  <a:pt x="1035" y="1954"/>
                  <a:pt x="1197" y="1939"/>
                  <a:pt x="1350" y="1939"/>
                </a:cubicBezTo>
                <a:cubicBezTo>
                  <a:pt x="3144" y="1939"/>
                  <a:pt x="3902" y="4005"/>
                  <a:pt x="4759" y="4005"/>
                </a:cubicBezTo>
                <a:cubicBezTo>
                  <a:pt x="4828" y="4005"/>
                  <a:pt x="4897" y="3992"/>
                  <a:pt x="4967" y="3963"/>
                </a:cubicBezTo>
                <a:cubicBezTo>
                  <a:pt x="5939" y="3557"/>
                  <a:pt x="4529" y="1196"/>
                  <a:pt x="5319" y="449"/>
                </a:cubicBezTo>
                <a:cubicBezTo>
                  <a:pt x="5503" y="278"/>
                  <a:pt x="5712" y="213"/>
                  <a:pt x="5941" y="213"/>
                </a:cubicBezTo>
                <a:cubicBezTo>
                  <a:pt x="6648" y="213"/>
                  <a:pt x="7549" y="826"/>
                  <a:pt x="8530" y="826"/>
                </a:cubicBezTo>
                <a:cubicBezTo>
                  <a:pt x="9059" y="826"/>
                  <a:pt x="9611" y="647"/>
                  <a:pt x="10168" y="97"/>
                </a:cubicBezTo>
                <a:lnTo>
                  <a:pt x="102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063207" y="2603225"/>
            <a:ext cx="5080790" cy="2540273"/>
          </a:xfrm>
          <a:custGeom>
            <a:rect b="b" l="l" r="r" t="t"/>
            <a:pathLst>
              <a:path extrusionOk="0" h="10371" w="20743">
                <a:moveTo>
                  <a:pt x="20742" y="0"/>
                </a:moveTo>
                <a:cubicBezTo>
                  <a:pt x="16951" y="1207"/>
                  <a:pt x="19814" y="6366"/>
                  <a:pt x="18243" y="6739"/>
                </a:cubicBezTo>
                <a:cubicBezTo>
                  <a:pt x="18081" y="6778"/>
                  <a:pt x="17922" y="6796"/>
                  <a:pt x="17765" y="6796"/>
                </a:cubicBezTo>
                <a:cubicBezTo>
                  <a:pt x="16320" y="6796"/>
                  <a:pt x="15073" y="5312"/>
                  <a:pt x="13512" y="5244"/>
                </a:cubicBezTo>
                <a:cubicBezTo>
                  <a:pt x="13480" y="5242"/>
                  <a:pt x="13449" y="5242"/>
                  <a:pt x="13419" y="5242"/>
                </a:cubicBezTo>
                <a:cubicBezTo>
                  <a:pt x="11773" y="5242"/>
                  <a:pt x="11840" y="7477"/>
                  <a:pt x="11536" y="8640"/>
                </a:cubicBezTo>
                <a:cubicBezTo>
                  <a:pt x="11386" y="9189"/>
                  <a:pt x="10979" y="9449"/>
                  <a:pt x="10211" y="9449"/>
                </a:cubicBezTo>
                <a:cubicBezTo>
                  <a:pt x="9335" y="9449"/>
                  <a:pt x="7988" y="9112"/>
                  <a:pt x="6014" y="8481"/>
                </a:cubicBezTo>
                <a:cubicBezTo>
                  <a:pt x="5499" y="8315"/>
                  <a:pt x="5001" y="8244"/>
                  <a:pt x="4524" y="8244"/>
                </a:cubicBezTo>
                <a:cubicBezTo>
                  <a:pt x="2478" y="8244"/>
                  <a:pt x="832" y="9556"/>
                  <a:pt x="0" y="10371"/>
                </a:cubicBezTo>
                <a:lnTo>
                  <a:pt x="20742" y="10371"/>
                </a:lnTo>
                <a:lnTo>
                  <a:pt x="2074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7F6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">
  <p:cSld name="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2" type="ctrTitle"/>
          </p:nvPr>
        </p:nvSpPr>
        <p:spPr>
          <a:xfrm>
            <a:off x="1488877" y="1982075"/>
            <a:ext cx="6166200" cy="4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2487950" y="1420176"/>
            <a:ext cx="4263000" cy="25170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3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 rot="5400000">
            <a:off x="1024675" y="95575"/>
            <a:ext cx="3457500" cy="3133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07" name="Google Shape;107;p17"/>
          <p:cNvSpPr txBox="1"/>
          <p:nvPr>
            <p:ph type="ctrTitle"/>
          </p:nvPr>
        </p:nvSpPr>
        <p:spPr>
          <a:xfrm flipH="1">
            <a:off x="886775" y="2340594"/>
            <a:ext cx="3158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" type="subTitle"/>
          </p:nvPr>
        </p:nvSpPr>
        <p:spPr>
          <a:xfrm>
            <a:off x="4598719" y="1815144"/>
            <a:ext cx="33537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/>
          <p:nvPr/>
        </p:nvSpPr>
        <p:spPr>
          <a:xfrm>
            <a:off x="0" y="3237663"/>
            <a:ext cx="5957203" cy="1901058"/>
          </a:xfrm>
          <a:custGeom>
            <a:rect b="b" l="l" r="r" t="t"/>
            <a:pathLst>
              <a:path extrusionOk="0" h="7151" w="23488">
                <a:moveTo>
                  <a:pt x="4309" y="0"/>
                </a:moveTo>
                <a:cubicBezTo>
                  <a:pt x="3860" y="0"/>
                  <a:pt x="3401" y="111"/>
                  <a:pt x="2937" y="369"/>
                </a:cubicBezTo>
                <a:cubicBezTo>
                  <a:pt x="716" y="1608"/>
                  <a:pt x="331" y="2249"/>
                  <a:pt x="1" y="2270"/>
                </a:cubicBezTo>
                <a:lnTo>
                  <a:pt x="1" y="7151"/>
                </a:lnTo>
                <a:lnTo>
                  <a:pt x="23487" y="7151"/>
                </a:lnTo>
                <a:lnTo>
                  <a:pt x="22986" y="6040"/>
                </a:lnTo>
                <a:cubicBezTo>
                  <a:pt x="22986" y="6040"/>
                  <a:pt x="22583" y="6740"/>
                  <a:pt x="21847" y="6740"/>
                </a:cubicBezTo>
                <a:cubicBezTo>
                  <a:pt x="21511" y="6740"/>
                  <a:pt x="21105" y="6594"/>
                  <a:pt x="20636" y="6168"/>
                </a:cubicBezTo>
                <a:cubicBezTo>
                  <a:pt x="19503" y="5133"/>
                  <a:pt x="17832" y="2884"/>
                  <a:pt x="15899" y="2884"/>
                </a:cubicBezTo>
                <a:cubicBezTo>
                  <a:pt x="15280" y="2884"/>
                  <a:pt x="14635" y="3115"/>
                  <a:pt x="13971" y="3690"/>
                </a:cubicBezTo>
                <a:cubicBezTo>
                  <a:pt x="12757" y="4748"/>
                  <a:pt x="11936" y="5109"/>
                  <a:pt x="11324" y="5109"/>
                </a:cubicBezTo>
                <a:cubicBezTo>
                  <a:pt x="10559" y="5109"/>
                  <a:pt x="10120" y="4544"/>
                  <a:pt x="9645" y="4075"/>
                </a:cubicBezTo>
                <a:cubicBezTo>
                  <a:pt x="8931" y="3361"/>
                  <a:pt x="6779" y="0"/>
                  <a:pt x="43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0" y="0"/>
            <a:ext cx="2924434" cy="1144956"/>
          </a:xfrm>
          <a:custGeom>
            <a:rect b="b" l="l" r="r" t="t"/>
            <a:pathLst>
              <a:path extrusionOk="0" h="4069" w="10393">
                <a:moveTo>
                  <a:pt x="1" y="0"/>
                </a:moveTo>
                <a:lnTo>
                  <a:pt x="1" y="2147"/>
                </a:lnTo>
                <a:cubicBezTo>
                  <a:pt x="1283" y="2770"/>
                  <a:pt x="4105" y="4069"/>
                  <a:pt x="5549" y="4069"/>
                </a:cubicBezTo>
                <a:cubicBezTo>
                  <a:pt x="5789" y="4069"/>
                  <a:pt x="5991" y="4033"/>
                  <a:pt x="6142" y="3952"/>
                </a:cubicBezTo>
                <a:cubicBezTo>
                  <a:pt x="7488" y="3226"/>
                  <a:pt x="5693" y="182"/>
                  <a:pt x="6868" y="118"/>
                </a:cubicBezTo>
                <a:cubicBezTo>
                  <a:pt x="6884" y="117"/>
                  <a:pt x="6900" y="117"/>
                  <a:pt x="6916" y="117"/>
                </a:cubicBezTo>
                <a:cubicBezTo>
                  <a:pt x="7983" y="117"/>
                  <a:pt x="8866" y="1753"/>
                  <a:pt x="9668" y="1753"/>
                </a:cubicBezTo>
                <a:cubicBezTo>
                  <a:pt x="9732" y="1753"/>
                  <a:pt x="9795" y="1743"/>
                  <a:pt x="9859" y="1720"/>
                </a:cubicBezTo>
                <a:cubicBezTo>
                  <a:pt x="10393" y="1528"/>
                  <a:pt x="10212" y="662"/>
                  <a:pt x="101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888126" y="0"/>
            <a:ext cx="4255880" cy="2343529"/>
          </a:xfrm>
          <a:custGeom>
            <a:rect b="b" l="l" r="r" t="t"/>
            <a:pathLst>
              <a:path extrusionOk="0" h="7288" w="13235">
                <a:moveTo>
                  <a:pt x="0" y="0"/>
                </a:moveTo>
                <a:cubicBezTo>
                  <a:pt x="744" y="852"/>
                  <a:pt x="2515" y="2586"/>
                  <a:pt x="4780" y="2586"/>
                </a:cubicBezTo>
                <a:cubicBezTo>
                  <a:pt x="4957" y="2586"/>
                  <a:pt x="5137" y="2576"/>
                  <a:pt x="5319" y="2553"/>
                </a:cubicBezTo>
                <a:cubicBezTo>
                  <a:pt x="7444" y="2289"/>
                  <a:pt x="9223" y="1574"/>
                  <a:pt x="10455" y="1574"/>
                </a:cubicBezTo>
                <a:cubicBezTo>
                  <a:pt x="11113" y="1574"/>
                  <a:pt x="11615" y="1778"/>
                  <a:pt x="11931" y="2361"/>
                </a:cubicBezTo>
                <a:cubicBezTo>
                  <a:pt x="12839" y="4038"/>
                  <a:pt x="11343" y="7156"/>
                  <a:pt x="12978" y="7285"/>
                </a:cubicBezTo>
                <a:cubicBezTo>
                  <a:pt x="12993" y="7287"/>
                  <a:pt x="13009" y="7288"/>
                  <a:pt x="13024" y="7288"/>
                </a:cubicBezTo>
                <a:cubicBezTo>
                  <a:pt x="13094" y="7288"/>
                  <a:pt x="13164" y="7268"/>
                  <a:pt x="13234" y="7242"/>
                </a:cubicBezTo>
                <a:lnTo>
                  <a:pt x="1323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807376" y="4360684"/>
            <a:ext cx="1608227" cy="778039"/>
          </a:xfrm>
          <a:custGeom>
            <a:rect b="b" l="l" r="r" t="t"/>
            <a:pathLst>
              <a:path extrusionOk="0" h="2707" w="5865">
                <a:moveTo>
                  <a:pt x="2605" y="1"/>
                </a:moveTo>
                <a:cubicBezTo>
                  <a:pt x="1421" y="1"/>
                  <a:pt x="755" y="1721"/>
                  <a:pt x="129" y="2568"/>
                </a:cubicBezTo>
                <a:cubicBezTo>
                  <a:pt x="86" y="2611"/>
                  <a:pt x="43" y="2664"/>
                  <a:pt x="1" y="2707"/>
                </a:cubicBezTo>
                <a:lnTo>
                  <a:pt x="5864" y="2707"/>
                </a:lnTo>
                <a:cubicBezTo>
                  <a:pt x="4978" y="1938"/>
                  <a:pt x="4358" y="656"/>
                  <a:pt x="3215" y="143"/>
                </a:cubicBezTo>
                <a:cubicBezTo>
                  <a:pt x="2997" y="45"/>
                  <a:pt x="2795" y="1"/>
                  <a:pt x="26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0" y="4248016"/>
            <a:ext cx="3347799" cy="890707"/>
          </a:xfrm>
          <a:custGeom>
            <a:rect b="b" l="l" r="r" t="t"/>
            <a:pathLst>
              <a:path extrusionOk="0" h="3099" w="12209">
                <a:moveTo>
                  <a:pt x="6332" y="0"/>
                </a:moveTo>
                <a:cubicBezTo>
                  <a:pt x="4270" y="0"/>
                  <a:pt x="1769" y="858"/>
                  <a:pt x="1" y="1593"/>
                </a:cubicBezTo>
                <a:lnTo>
                  <a:pt x="1" y="3099"/>
                </a:lnTo>
                <a:lnTo>
                  <a:pt x="12208" y="3099"/>
                </a:lnTo>
                <a:cubicBezTo>
                  <a:pt x="11418" y="2714"/>
                  <a:pt x="10371" y="1935"/>
                  <a:pt x="8940" y="760"/>
                </a:cubicBezTo>
                <a:cubicBezTo>
                  <a:pt x="8276" y="213"/>
                  <a:pt x="7359" y="0"/>
                  <a:pt x="63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5697850" y="3760275"/>
            <a:ext cx="3446155" cy="1378454"/>
          </a:xfrm>
          <a:custGeom>
            <a:rect b="b" l="l" r="r" t="t"/>
            <a:pathLst>
              <a:path extrusionOk="0" h="4796" w="11622">
                <a:moveTo>
                  <a:pt x="3676" y="0"/>
                </a:moveTo>
                <a:cubicBezTo>
                  <a:pt x="923" y="0"/>
                  <a:pt x="695" y="3396"/>
                  <a:pt x="0" y="4796"/>
                </a:cubicBezTo>
                <a:lnTo>
                  <a:pt x="11621" y="4796"/>
                </a:lnTo>
                <a:lnTo>
                  <a:pt x="11621" y="2382"/>
                </a:lnTo>
                <a:cubicBezTo>
                  <a:pt x="9944" y="1677"/>
                  <a:pt x="7712" y="940"/>
                  <a:pt x="4796" y="160"/>
                </a:cubicBezTo>
                <a:cubicBezTo>
                  <a:pt x="4382" y="50"/>
                  <a:pt x="4010" y="0"/>
                  <a:pt x="36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0" y="0"/>
            <a:ext cx="1917920" cy="1664674"/>
          </a:xfrm>
          <a:custGeom>
            <a:rect b="b" l="l" r="r" t="t"/>
            <a:pathLst>
              <a:path extrusionOk="0" h="5916" w="6816">
                <a:moveTo>
                  <a:pt x="1" y="0"/>
                </a:moveTo>
                <a:lnTo>
                  <a:pt x="1" y="5597"/>
                </a:lnTo>
                <a:cubicBezTo>
                  <a:pt x="220" y="5784"/>
                  <a:pt x="427" y="5916"/>
                  <a:pt x="641" y="5916"/>
                </a:cubicBezTo>
                <a:cubicBezTo>
                  <a:pt x="708" y="5916"/>
                  <a:pt x="775" y="5903"/>
                  <a:pt x="844" y="5875"/>
                </a:cubicBezTo>
                <a:cubicBezTo>
                  <a:pt x="1816" y="5469"/>
                  <a:pt x="407" y="3109"/>
                  <a:pt x="1207" y="2361"/>
                </a:cubicBezTo>
                <a:cubicBezTo>
                  <a:pt x="1391" y="2190"/>
                  <a:pt x="1600" y="2125"/>
                  <a:pt x="1829" y="2125"/>
                </a:cubicBezTo>
                <a:cubicBezTo>
                  <a:pt x="2536" y="2125"/>
                  <a:pt x="3436" y="2738"/>
                  <a:pt x="4414" y="2738"/>
                </a:cubicBezTo>
                <a:cubicBezTo>
                  <a:pt x="4942" y="2738"/>
                  <a:pt x="5492" y="2559"/>
                  <a:pt x="6046" y="2008"/>
                </a:cubicBezTo>
                <a:cubicBezTo>
                  <a:pt x="6633" y="1421"/>
                  <a:pt x="6815" y="705"/>
                  <a:pt x="67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27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">
  <p:cSld name="7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subTitle"/>
          </p:nvPr>
        </p:nvSpPr>
        <p:spPr>
          <a:xfrm flipH="1">
            <a:off x="2143975" y="2211365"/>
            <a:ext cx="4601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Squada One"/>
              <a:buNone/>
              <a:defRPr sz="4500">
                <a:solidFill>
                  <a:schemeClr val="accent6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quada One"/>
              <a:buNone/>
              <a:defRPr sz="15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quada One"/>
              <a:buNone/>
              <a:defRPr sz="14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cxnSp>
        <p:nvCxnSpPr>
          <p:cNvPr id="118" name="Google Shape;118;p18"/>
          <p:cNvCxnSpPr/>
          <p:nvPr/>
        </p:nvCxnSpPr>
        <p:spPr>
          <a:xfrm rot="10800000">
            <a:off x="7500" y="2336600"/>
            <a:ext cx="26814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18"/>
          <p:cNvSpPr txBox="1"/>
          <p:nvPr>
            <p:ph idx="2" type="subTitle"/>
          </p:nvPr>
        </p:nvSpPr>
        <p:spPr>
          <a:xfrm flipH="1">
            <a:off x="5434825" y="2646968"/>
            <a:ext cx="23835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0" name="Google Shape;120;p18"/>
          <p:cNvSpPr/>
          <p:nvPr/>
        </p:nvSpPr>
        <p:spPr>
          <a:xfrm flipH="1">
            <a:off x="11646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5780000" dist="381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 flipH="1">
            <a:off x="11641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4080000" dist="20002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 flipH="1">
            <a:off x="7500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8880000" dist="762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 flipH="1">
            <a:off x="1817695" y="4620312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 flipH="1">
            <a:off x="8500049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 flipH="1">
            <a:off x="5395676" y="0"/>
            <a:ext cx="3748328" cy="2693771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 flipH="1">
            <a:off x="2585009" y="0"/>
            <a:ext cx="3161332" cy="930483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 flipH="1">
            <a:off x="11653" y="0"/>
            <a:ext cx="4397784" cy="2623834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>
            <p:ph hasCustomPrompt="1" type="title"/>
          </p:nvPr>
        </p:nvSpPr>
        <p:spPr>
          <a:xfrm>
            <a:off x="2143975" y="1562675"/>
            <a:ext cx="15297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0"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Squada One"/>
              <a:buNone/>
              <a:defRPr sz="39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1">
  <p:cSld name="10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059250" y="-123570"/>
            <a:ext cx="1789200" cy="262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991939" y="-123570"/>
            <a:ext cx="1786800" cy="262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937646" y="-123570"/>
            <a:ext cx="1761900" cy="2629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059250" y="2710354"/>
            <a:ext cx="1789200" cy="25560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991939" y="2710354"/>
            <a:ext cx="1786800" cy="25560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937646" y="2710354"/>
            <a:ext cx="1761900" cy="25560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>
            <p:ph idx="1" type="subTitle"/>
          </p:nvPr>
        </p:nvSpPr>
        <p:spPr>
          <a:xfrm flipH="1">
            <a:off x="3059251" y="1527275"/>
            <a:ext cx="17892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2" type="subTitle"/>
          </p:nvPr>
        </p:nvSpPr>
        <p:spPr>
          <a:xfrm>
            <a:off x="3244987" y="1674244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3" type="subTitle"/>
          </p:nvPr>
        </p:nvSpPr>
        <p:spPr>
          <a:xfrm flipH="1">
            <a:off x="5005238" y="1527275"/>
            <a:ext cx="17619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4" type="subTitle"/>
          </p:nvPr>
        </p:nvSpPr>
        <p:spPr>
          <a:xfrm>
            <a:off x="5177372" y="1674244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5" type="subTitle"/>
          </p:nvPr>
        </p:nvSpPr>
        <p:spPr>
          <a:xfrm flipH="1">
            <a:off x="6923988" y="1527275"/>
            <a:ext cx="17892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6" type="subTitle"/>
          </p:nvPr>
        </p:nvSpPr>
        <p:spPr>
          <a:xfrm>
            <a:off x="7109775" y="1674244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7" type="subTitle"/>
          </p:nvPr>
        </p:nvSpPr>
        <p:spPr>
          <a:xfrm flipH="1">
            <a:off x="3059201" y="3537225"/>
            <a:ext cx="17892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4" name="Google Shape;144;p19"/>
          <p:cNvSpPr txBox="1"/>
          <p:nvPr>
            <p:ph idx="8" type="subTitle"/>
          </p:nvPr>
        </p:nvSpPr>
        <p:spPr>
          <a:xfrm>
            <a:off x="3244987" y="3684188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9" type="subTitle"/>
          </p:nvPr>
        </p:nvSpPr>
        <p:spPr>
          <a:xfrm flipH="1">
            <a:off x="4991588" y="3537225"/>
            <a:ext cx="17892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3" type="subTitle"/>
          </p:nvPr>
        </p:nvSpPr>
        <p:spPr>
          <a:xfrm>
            <a:off x="5177372" y="3684188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4" type="subTitle"/>
          </p:nvPr>
        </p:nvSpPr>
        <p:spPr>
          <a:xfrm flipH="1">
            <a:off x="6925188" y="3537225"/>
            <a:ext cx="1786800" cy="2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quada One"/>
              <a:buNone/>
              <a:defRPr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5" type="subTitle"/>
          </p:nvPr>
        </p:nvSpPr>
        <p:spPr>
          <a:xfrm>
            <a:off x="7109775" y="3684188"/>
            <a:ext cx="14175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19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 1">
  <p:cSld name="2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2487950" y="-168499"/>
            <a:ext cx="4263000" cy="25170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2" type="ctrTitle"/>
          </p:nvPr>
        </p:nvSpPr>
        <p:spPr>
          <a:xfrm>
            <a:off x="2393097" y="1850875"/>
            <a:ext cx="4357800" cy="4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20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+ SUBTITLE">
  <p:cSld name="1_Título y objetos_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 flipH="1">
            <a:off x="2266913" y="876994"/>
            <a:ext cx="4606800" cy="4323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166" name="Google Shape;166;p21"/>
          <p:cNvSpPr txBox="1"/>
          <p:nvPr>
            <p:ph hasCustomPrompt="1" type="title"/>
          </p:nvPr>
        </p:nvSpPr>
        <p:spPr>
          <a:xfrm>
            <a:off x="1375175" y="2420792"/>
            <a:ext cx="63903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0" sz="5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Nunito Sans"/>
              <a:buNone/>
              <a:defRPr b="1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21"/>
          <p:cNvSpPr txBox="1"/>
          <p:nvPr>
            <p:ph idx="1" type="subTitle"/>
          </p:nvPr>
        </p:nvSpPr>
        <p:spPr>
          <a:xfrm>
            <a:off x="2895188" y="3034744"/>
            <a:ext cx="33537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"/>
              <a:buNone/>
              <a:defRPr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"/>
              <a:buNone/>
              <a:defRPr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"/>
              <a:buNone/>
              <a:defRPr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oboto"/>
              <a:buNone/>
              <a:defRPr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/>
          <p:nvPr/>
        </p:nvSpPr>
        <p:spPr>
          <a:xfrm flipH="1" rot="10800000">
            <a:off x="5059867" y="0"/>
            <a:ext cx="4037101" cy="1751811"/>
          </a:xfrm>
          <a:custGeom>
            <a:rect b="b" l="l" r="r" t="t"/>
            <a:pathLst>
              <a:path extrusionOk="0" h="7152" w="16482">
                <a:moveTo>
                  <a:pt x="12713" y="1"/>
                </a:moveTo>
                <a:cubicBezTo>
                  <a:pt x="12371" y="1"/>
                  <a:pt x="12082" y="52"/>
                  <a:pt x="11867" y="166"/>
                </a:cubicBezTo>
                <a:cubicBezTo>
                  <a:pt x="9966" y="1202"/>
                  <a:pt x="12508" y="5496"/>
                  <a:pt x="10842" y="5581"/>
                </a:cubicBezTo>
                <a:cubicBezTo>
                  <a:pt x="10817" y="5582"/>
                  <a:pt x="10791" y="5583"/>
                  <a:pt x="10766" y="5583"/>
                </a:cubicBezTo>
                <a:cubicBezTo>
                  <a:pt x="9256" y="5583"/>
                  <a:pt x="8019" y="3281"/>
                  <a:pt x="6884" y="3281"/>
                </a:cubicBezTo>
                <a:cubicBezTo>
                  <a:pt x="6793" y="3281"/>
                  <a:pt x="6702" y="3296"/>
                  <a:pt x="6612" y="3328"/>
                </a:cubicBezTo>
                <a:cubicBezTo>
                  <a:pt x="5384" y="3765"/>
                  <a:pt x="6836" y="6692"/>
                  <a:pt x="5715" y="6905"/>
                </a:cubicBezTo>
                <a:cubicBezTo>
                  <a:pt x="5677" y="6913"/>
                  <a:pt x="5638" y="6916"/>
                  <a:pt x="5597" y="6916"/>
                </a:cubicBezTo>
                <a:cubicBezTo>
                  <a:pt x="4898" y="6916"/>
                  <a:pt x="3858" y="5884"/>
                  <a:pt x="2503" y="5884"/>
                </a:cubicBezTo>
                <a:cubicBezTo>
                  <a:pt x="1761" y="5884"/>
                  <a:pt x="926" y="6193"/>
                  <a:pt x="0" y="7152"/>
                </a:cubicBezTo>
                <a:lnTo>
                  <a:pt x="16481" y="7152"/>
                </a:lnTo>
                <a:lnTo>
                  <a:pt x="16481" y="935"/>
                </a:lnTo>
                <a:cubicBezTo>
                  <a:pt x="15078" y="407"/>
                  <a:pt x="13680" y="1"/>
                  <a:pt x="1271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 flipH="1" rot="10800000">
            <a:off x="6" y="3324574"/>
            <a:ext cx="4319762" cy="1818924"/>
          </a:xfrm>
          <a:custGeom>
            <a:rect b="b" l="l" r="r" t="t"/>
            <a:pathLst>
              <a:path extrusionOk="0" h="7426" w="17636">
                <a:moveTo>
                  <a:pt x="1" y="0"/>
                </a:moveTo>
                <a:lnTo>
                  <a:pt x="1" y="7337"/>
                </a:lnTo>
                <a:cubicBezTo>
                  <a:pt x="269" y="7393"/>
                  <a:pt x="537" y="7425"/>
                  <a:pt x="798" y="7425"/>
                </a:cubicBezTo>
                <a:cubicBezTo>
                  <a:pt x="1649" y="7425"/>
                  <a:pt x="2433" y="7078"/>
                  <a:pt x="2981" y="6024"/>
                </a:cubicBezTo>
                <a:cubicBezTo>
                  <a:pt x="3804" y="4415"/>
                  <a:pt x="4473" y="3985"/>
                  <a:pt x="5073" y="3985"/>
                </a:cubicBezTo>
                <a:cubicBezTo>
                  <a:pt x="5492" y="3985"/>
                  <a:pt x="5878" y="4195"/>
                  <a:pt x="6260" y="4358"/>
                </a:cubicBezTo>
                <a:cubicBezTo>
                  <a:pt x="6925" y="4645"/>
                  <a:pt x="8958" y="6071"/>
                  <a:pt x="10742" y="6071"/>
                </a:cubicBezTo>
                <a:cubicBezTo>
                  <a:pt x="11479" y="6071"/>
                  <a:pt x="12174" y="5827"/>
                  <a:pt x="12711" y="5158"/>
                </a:cubicBezTo>
                <a:cubicBezTo>
                  <a:pt x="14242" y="3274"/>
                  <a:pt x="14182" y="2723"/>
                  <a:pt x="14535" y="2723"/>
                </a:cubicBezTo>
                <a:cubicBezTo>
                  <a:pt x="14608" y="2723"/>
                  <a:pt x="14699" y="2747"/>
                  <a:pt x="14826" y="2787"/>
                </a:cubicBezTo>
                <a:cubicBezTo>
                  <a:pt x="15192" y="2904"/>
                  <a:pt x="15715" y="3135"/>
                  <a:pt x="16195" y="3135"/>
                </a:cubicBezTo>
                <a:cubicBezTo>
                  <a:pt x="16680" y="3135"/>
                  <a:pt x="17121" y="2899"/>
                  <a:pt x="17315" y="2072"/>
                </a:cubicBezTo>
                <a:cubicBezTo>
                  <a:pt x="17635" y="726"/>
                  <a:pt x="16396" y="160"/>
                  <a:pt x="15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 flipH="1" rot="10800000">
            <a:off x="7359611" y="0"/>
            <a:ext cx="1784388" cy="1829457"/>
          </a:xfrm>
          <a:custGeom>
            <a:rect b="b" l="l" r="r" t="t"/>
            <a:pathLst>
              <a:path extrusionOk="0" h="7469" w="7285">
                <a:moveTo>
                  <a:pt x="6450" y="1"/>
                </a:moveTo>
                <a:cubicBezTo>
                  <a:pt x="6380" y="1"/>
                  <a:pt x="6309" y="15"/>
                  <a:pt x="6238" y="45"/>
                </a:cubicBezTo>
                <a:cubicBezTo>
                  <a:pt x="5265" y="441"/>
                  <a:pt x="6675" y="2801"/>
                  <a:pt x="5875" y="3548"/>
                </a:cubicBezTo>
                <a:cubicBezTo>
                  <a:pt x="5691" y="3722"/>
                  <a:pt x="5482" y="3788"/>
                  <a:pt x="5252" y="3788"/>
                </a:cubicBezTo>
                <a:cubicBezTo>
                  <a:pt x="4549" y="3788"/>
                  <a:pt x="3649" y="3177"/>
                  <a:pt x="2672" y="3177"/>
                </a:cubicBezTo>
                <a:cubicBezTo>
                  <a:pt x="2143" y="3177"/>
                  <a:pt x="1591" y="3357"/>
                  <a:pt x="1036" y="3911"/>
                </a:cubicBezTo>
                <a:cubicBezTo>
                  <a:pt x="0" y="4948"/>
                  <a:pt x="235" y="6368"/>
                  <a:pt x="673" y="7469"/>
                </a:cubicBezTo>
                <a:lnTo>
                  <a:pt x="7285" y="7469"/>
                </a:lnTo>
                <a:lnTo>
                  <a:pt x="7285" y="515"/>
                </a:lnTo>
                <a:cubicBezTo>
                  <a:pt x="6995" y="217"/>
                  <a:pt x="6726" y="1"/>
                  <a:pt x="6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 flipH="1" rot="10800000">
            <a:off x="-132275" y="1"/>
            <a:ext cx="2896416" cy="2836160"/>
          </a:xfrm>
          <a:custGeom>
            <a:rect b="b" l="l" r="r" t="t"/>
            <a:pathLst>
              <a:path extrusionOk="0" h="11579" w="11825">
                <a:moveTo>
                  <a:pt x="524" y="1"/>
                </a:moveTo>
                <a:lnTo>
                  <a:pt x="524" y="11579"/>
                </a:lnTo>
                <a:lnTo>
                  <a:pt x="9453" y="11579"/>
                </a:lnTo>
                <a:cubicBezTo>
                  <a:pt x="9368" y="11408"/>
                  <a:pt x="9304" y="11226"/>
                  <a:pt x="9271" y="11002"/>
                </a:cubicBezTo>
                <a:cubicBezTo>
                  <a:pt x="8994" y="8876"/>
                  <a:pt x="11824" y="6195"/>
                  <a:pt x="10158" y="5405"/>
                </a:cubicBezTo>
                <a:cubicBezTo>
                  <a:pt x="10071" y="5363"/>
                  <a:pt x="9979" y="5343"/>
                  <a:pt x="9883" y="5343"/>
                </a:cubicBezTo>
                <a:cubicBezTo>
                  <a:pt x="8906" y="5343"/>
                  <a:pt x="7498" y="7379"/>
                  <a:pt x="6302" y="8662"/>
                </a:cubicBezTo>
                <a:cubicBezTo>
                  <a:pt x="5772" y="9229"/>
                  <a:pt x="5197" y="9556"/>
                  <a:pt x="4762" y="9556"/>
                </a:cubicBezTo>
                <a:cubicBezTo>
                  <a:pt x="4433" y="9556"/>
                  <a:pt x="4183" y="9370"/>
                  <a:pt x="4092" y="8961"/>
                </a:cubicBezTo>
                <a:cubicBezTo>
                  <a:pt x="3803" y="7701"/>
                  <a:pt x="5800" y="5928"/>
                  <a:pt x="4818" y="4604"/>
                </a:cubicBezTo>
                <a:cubicBezTo>
                  <a:pt x="3824" y="3279"/>
                  <a:pt x="2660" y="4326"/>
                  <a:pt x="1197" y="3215"/>
                </a:cubicBezTo>
                <a:cubicBezTo>
                  <a:pt x="0" y="2308"/>
                  <a:pt x="1496" y="908"/>
                  <a:pt x="52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 flipH="1" rot="10800000">
            <a:off x="-3926" y="3937414"/>
            <a:ext cx="6252828" cy="1206085"/>
          </a:xfrm>
          <a:custGeom>
            <a:rect b="b" l="l" r="r" t="t"/>
            <a:pathLst>
              <a:path extrusionOk="0" h="4924" w="25528">
                <a:moveTo>
                  <a:pt x="0" y="0"/>
                </a:moveTo>
                <a:lnTo>
                  <a:pt x="0" y="4923"/>
                </a:lnTo>
                <a:cubicBezTo>
                  <a:pt x="1550" y="3518"/>
                  <a:pt x="1590" y="405"/>
                  <a:pt x="2664" y="405"/>
                </a:cubicBezTo>
                <a:cubicBezTo>
                  <a:pt x="2701" y="405"/>
                  <a:pt x="2738" y="409"/>
                  <a:pt x="2777" y="416"/>
                </a:cubicBezTo>
                <a:cubicBezTo>
                  <a:pt x="4454" y="715"/>
                  <a:pt x="4956" y="2915"/>
                  <a:pt x="6515" y="3684"/>
                </a:cubicBezTo>
                <a:cubicBezTo>
                  <a:pt x="6748" y="3801"/>
                  <a:pt x="6966" y="3853"/>
                  <a:pt x="7169" y="3853"/>
                </a:cubicBezTo>
                <a:cubicBezTo>
                  <a:pt x="8328" y="3853"/>
                  <a:pt x="9043" y="2186"/>
                  <a:pt x="9687" y="1377"/>
                </a:cubicBezTo>
                <a:cubicBezTo>
                  <a:pt x="9901" y="1110"/>
                  <a:pt x="10157" y="974"/>
                  <a:pt x="10478" y="974"/>
                </a:cubicBezTo>
                <a:cubicBezTo>
                  <a:pt x="11308" y="974"/>
                  <a:pt x="12574" y="1881"/>
                  <a:pt x="14686" y="3738"/>
                </a:cubicBezTo>
                <a:cubicBezTo>
                  <a:pt x="15116" y="4116"/>
                  <a:pt x="15689" y="4278"/>
                  <a:pt x="16352" y="4278"/>
                </a:cubicBezTo>
                <a:cubicBezTo>
                  <a:pt x="19060" y="4278"/>
                  <a:pt x="23279" y="1587"/>
                  <a:pt x="2552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1">
  <p:cSld name="1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607254" y="-74450"/>
            <a:ext cx="2347500" cy="5319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76" name="Google Shape;176;p22"/>
          <p:cNvSpPr txBox="1"/>
          <p:nvPr>
            <p:ph type="ctrTitle"/>
          </p:nvPr>
        </p:nvSpPr>
        <p:spPr>
          <a:xfrm flipH="1">
            <a:off x="799804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22"/>
          <p:cNvSpPr txBox="1"/>
          <p:nvPr>
            <p:ph idx="1" type="subTitle"/>
          </p:nvPr>
        </p:nvSpPr>
        <p:spPr>
          <a:xfrm>
            <a:off x="799804" y="3330788"/>
            <a:ext cx="18330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22"/>
          <p:cNvSpPr/>
          <p:nvPr/>
        </p:nvSpPr>
        <p:spPr>
          <a:xfrm>
            <a:off x="4125313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6438617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9780000" dist="6667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7063950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3860000" dist="12382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6969648" y="0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4920000" dist="104775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755824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8040000" dist="1143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2">
  <p:cSld name="11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6033625" y="-46375"/>
            <a:ext cx="2347500" cy="52854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86" name="Google Shape;186;p23"/>
          <p:cNvSpPr txBox="1"/>
          <p:nvPr>
            <p:ph type="ctrTitle"/>
          </p:nvPr>
        </p:nvSpPr>
        <p:spPr>
          <a:xfrm flipH="1">
            <a:off x="5881688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6357113" y="3330788"/>
            <a:ext cx="1833000" cy="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23"/>
          <p:cNvSpPr/>
          <p:nvPr/>
        </p:nvSpPr>
        <p:spPr>
          <a:xfrm flipH="1">
            <a:off x="3289156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 flipH="1">
            <a:off x="0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 flipH="1">
            <a:off x="6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0320000" dist="571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 flipH="1">
            <a:off x="5" y="-1825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190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 flipH="1">
            <a:off x="1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57150">
              <a:srgbClr val="7F6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0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62475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759315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3988" y="3938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6550351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b="0"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07" name="Google Shape;207;p25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TITLE + SUBTITLE">
  <p:cSld name="1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b="0"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11" name="Google Shape;211;p26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2" name="Google Shape;212;p26"/>
          <p:cNvSpPr/>
          <p:nvPr/>
        </p:nvSpPr>
        <p:spPr>
          <a:xfrm flipH="1">
            <a:off x="6179302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 flipH="1">
            <a:off x="5723512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 flipH="1">
            <a:off x="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 flipH="1">
            <a:off x="6187292" y="0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 flipH="1">
            <a:off x="5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27"/>
          <p:cNvCxnSpPr/>
          <p:nvPr/>
        </p:nvCxnSpPr>
        <p:spPr>
          <a:xfrm>
            <a:off x="1704305" y="33062"/>
            <a:ext cx="0" cy="40800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7"/>
          <p:cNvSpPr txBox="1"/>
          <p:nvPr>
            <p:ph idx="1" type="subTitle"/>
          </p:nvPr>
        </p:nvSpPr>
        <p:spPr>
          <a:xfrm flipH="1">
            <a:off x="2406290" y="1389099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2" type="subTitle"/>
          </p:nvPr>
        </p:nvSpPr>
        <p:spPr>
          <a:xfrm flipH="1">
            <a:off x="2406290" y="2108561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3" type="subTitle"/>
          </p:nvPr>
        </p:nvSpPr>
        <p:spPr>
          <a:xfrm flipH="1">
            <a:off x="2406290" y="281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4" type="subTitle"/>
          </p:nvPr>
        </p:nvSpPr>
        <p:spPr>
          <a:xfrm>
            <a:off x="2404800" y="1880524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5" type="subTitle"/>
          </p:nvPr>
        </p:nvSpPr>
        <p:spPr>
          <a:xfrm>
            <a:off x="2404800" y="2599372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4" name="Google Shape;224;p27"/>
          <p:cNvSpPr txBox="1"/>
          <p:nvPr>
            <p:ph idx="6" type="subTitle"/>
          </p:nvPr>
        </p:nvSpPr>
        <p:spPr>
          <a:xfrm>
            <a:off x="2404800" y="3310849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5" name="Google Shape;225;p27"/>
          <p:cNvSpPr txBox="1"/>
          <p:nvPr>
            <p:ph type="ctrTitle"/>
          </p:nvPr>
        </p:nvSpPr>
        <p:spPr>
          <a:xfrm>
            <a:off x="6052873" y="2105374"/>
            <a:ext cx="2135700" cy="946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hasCustomPrompt="1" idx="7" type="title"/>
          </p:nvPr>
        </p:nvSpPr>
        <p:spPr>
          <a:xfrm>
            <a:off x="1109465" y="1624139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7"/>
          <p:cNvSpPr txBox="1"/>
          <p:nvPr>
            <p:ph hasCustomPrompt="1" idx="8" type="title"/>
          </p:nvPr>
        </p:nvSpPr>
        <p:spPr>
          <a:xfrm>
            <a:off x="1109465" y="2340911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27"/>
          <p:cNvSpPr txBox="1"/>
          <p:nvPr>
            <p:ph hasCustomPrompt="1" idx="9" type="title"/>
          </p:nvPr>
        </p:nvSpPr>
        <p:spPr>
          <a:xfrm>
            <a:off x="1109465" y="306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9" name="Google Shape;229;p27"/>
          <p:cNvSpPr txBox="1"/>
          <p:nvPr>
            <p:ph idx="13" type="subTitle"/>
          </p:nvPr>
        </p:nvSpPr>
        <p:spPr>
          <a:xfrm flipH="1">
            <a:off x="2406290" y="358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0" name="Google Shape;230;p27"/>
          <p:cNvSpPr txBox="1"/>
          <p:nvPr>
            <p:ph idx="14" type="subTitle"/>
          </p:nvPr>
        </p:nvSpPr>
        <p:spPr>
          <a:xfrm>
            <a:off x="2404800" y="4080849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1" name="Google Shape;231;p27"/>
          <p:cNvSpPr txBox="1"/>
          <p:nvPr>
            <p:ph hasCustomPrompt="1" idx="15" type="title"/>
          </p:nvPr>
        </p:nvSpPr>
        <p:spPr>
          <a:xfrm>
            <a:off x="1109465" y="383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27"/>
          <p:cNvSpPr/>
          <p:nvPr/>
        </p:nvSpPr>
        <p:spPr>
          <a:xfrm>
            <a:off x="8554105" y="1019672"/>
            <a:ext cx="89" cy="89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gradFill>
            <a:gsLst>
              <a:gs pos="0">
                <a:srgbClr val="C2008B"/>
              </a:gs>
              <a:gs pos="100000">
                <a:srgbClr val="50009C"/>
              </a:gs>
            </a:gsLst>
            <a:lin ang="13200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4484504" y="0"/>
            <a:ext cx="4659494" cy="1452739"/>
          </a:xfrm>
          <a:custGeom>
            <a:rect b="b" l="l" r="r" t="t"/>
            <a:pathLst>
              <a:path extrusionOk="0" h="5931" w="19023">
                <a:moveTo>
                  <a:pt x="609" y="0"/>
                </a:moveTo>
                <a:cubicBezTo>
                  <a:pt x="566" y="75"/>
                  <a:pt x="513" y="150"/>
                  <a:pt x="449" y="225"/>
                </a:cubicBezTo>
                <a:cubicBezTo>
                  <a:pt x="299" y="417"/>
                  <a:pt x="150" y="577"/>
                  <a:pt x="0" y="716"/>
                </a:cubicBezTo>
                <a:cubicBezTo>
                  <a:pt x="630" y="1014"/>
                  <a:pt x="1382" y="1231"/>
                  <a:pt x="2235" y="1231"/>
                </a:cubicBezTo>
                <a:cubicBezTo>
                  <a:pt x="2452" y="1231"/>
                  <a:pt x="2676" y="1217"/>
                  <a:pt x="2906" y="1186"/>
                </a:cubicBezTo>
                <a:cubicBezTo>
                  <a:pt x="5036" y="928"/>
                  <a:pt x="6812" y="217"/>
                  <a:pt x="8042" y="217"/>
                </a:cubicBezTo>
                <a:cubicBezTo>
                  <a:pt x="8699" y="217"/>
                  <a:pt x="9200" y="420"/>
                  <a:pt x="9517" y="1004"/>
                </a:cubicBezTo>
                <a:cubicBezTo>
                  <a:pt x="10425" y="2670"/>
                  <a:pt x="8940" y="5789"/>
                  <a:pt x="10563" y="5928"/>
                </a:cubicBezTo>
                <a:cubicBezTo>
                  <a:pt x="10578" y="5930"/>
                  <a:pt x="10592" y="5930"/>
                  <a:pt x="10606" y="5930"/>
                </a:cubicBezTo>
                <a:cubicBezTo>
                  <a:pt x="11541" y="5930"/>
                  <a:pt x="12090" y="3555"/>
                  <a:pt x="12732" y="1998"/>
                </a:cubicBezTo>
                <a:cubicBezTo>
                  <a:pt x="13041" y="1224"/>
                  <a:pt x="13518" y="720"/>
                  <a:pt x="13946" y="720"/>
                </a:cubicBezTo>
                <a:cubicBezTo>
                  <a:pt x="14138" y="720"/>
                  <a:pt x="14320" y="822"/>
                  <a:pt x="14472" y="1047"/>
                </a:cubicBezTo>
                <a:cubicBezTo>
                  <a:pt x="15103" y="1987"/>
                  <a:pt x="14014" y="4102"/>
                  <a:pt x="15253" y="4882"/>
                </a:cubicBezTo>
                <a:cubicBezTo>
                  <a:pt x="15564" y="5077"/>
                  <a:pt x="15837" y="5146"/>
                  <a:pt x="16097" y="5146"/>
                </a:cubicBezTo>
                <a:cubicBezTo>
                  <a:pt x="16701" y="5146"/>
                  <a:pt x="17230" y="4776"/>
                  <a:pt x="17987" y="4776"/>
                </a:cubicBezTo>
                <a:cubicBezTo>
                  <a:pt x="18202" y="4776"/>
                  <a:pt x="18434" y="4806"/>
                  <a:pt x="18692" y="4882"/>
                </a:cubicBezTo>
                <a:cubicBezTo>
                  <a:pt x="18830" y="4924"/>
                  <a:pt x="18927" y="4977"/>
                  <a:pt x="19022" y="5042"/>
                </a:cubicBezTo>
                <a:lnTo>
                  <a:pt x="1902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0" y="0"/>
            <a:ext cx="4733407" cy="1794523"/>
          </a:xfrm>
          <a:custGeom>
            <a:rect b="b" l="l" r="r" t="t"/>
            <a:pathLst>
              <a:path extrusionOk="0" h="5661" w="14932">
                <a:moveTo>
                  <a:pt x="10232" y="0"/>
                </a:moveTo>
                <a:lnTo>
                  <a:pt x="10168" y="97"/>
                </a:lnTo>
                <a:cubicBezTo>
                  <a:pt x="9611" y="647"/>
                  <a:pt x="9059" y="826"/>
                  <a:pt x="8530" y="826"/>
                </a:cubicBezTo>
                <a:cubicBezTo>
                  <a:pt x="7549" y="826"/>
                  <a:pt x="6648" y="213"/>
                  <a:pt x="5941" y="213"/>
                </a:cubicBezTo>
                <a:cubicBezTo>
                  <a:pt x="5712" y="213"/>
                  <a:pt x="5503" y="278"/>
                  <a:pt x="5319" y="449"/>
                </a:cubicBezTo>
                <a:cubicBezTo>
                  <a:pt x="4529" y="1196"/>
                  <a:pt x="5939" y="3557"/>
                  <a:pt x="4967" y="3963"/>
                </a:cubicBezTo>
                <a:cubicBezTo>
                  <a:pt x="4897" y="3992"/>
                  <a:pt x="4828" y="4005"/>
                  <a:pt x="4759" y="4005"/>
                </a:cubicBezTo>
                <a:cubicBezTo>
                  <a:pt x="3902" y="4005"/>
                  <a:pt x="3144" y="1939"/>
                  <a:pt x="1350" y="1939"/>
                </a:cubicBezTo>
                <a:cubicBezTo>
                  <a:pt x="1197" y="1939"/>
                  <a:pt x="1035" y="1954"/>
                  <a:pt x="866" y="1987"/>
                </a:cubicBezTo>
                <a:cubicBezTo>
                  <a:pt x="588" y="2041"/>
                  <a:pt x="299" y="2158"/>
                  <a:pt x="0" y="2307"/>
                </a:cubicBezTo>
                <a:lnTo>
                  <a:pt x="0" y="3781"/>
                </a:lnTo>
                <a:cubicBezTo>
                  <a:pt x="1324" y="4420"/>
                  <a:pt x="4045" y="5660"/>
                  <a:pt x="5454" y="5660"/>
                </a:cubicBezTo>
                <a:cubicBezTo>
                  <a:pt x="5693" y="5660"/>
                  <a:pt x="5895" y="5625"/>
                  <a:pt x="6045" y="5544"/>
                </a:cubicBezTo>
                <a:cubicBezTo>
                  <a:pt x="7391" y="4818"/>
                  <a:pt x="5597" y="1773"/>
                  <a:pt x="6772" y="1709"/>
                </a:cubicBezTo>
                <a:cubicBezTo>
                  <a:pt x="6787" y="1708"/>
                  <a:pt x="6803" y="1708"/>
                  <a:pt x="6818" y="1708"/>
                </a:cubicBezTo>
                <a:cubicBezTo>
                  <a:pt x="7886" y="1708"/>
                  <a:pt x="8769" y="3344"/>
                  <a:pt x="9571" y="3344"/>
                </a:cubicBezTo>
                <a:cubicBezTo>
                  <a:pt x="9635" y="3344"/>
                  <a:pt x="9699" y="3334"/>
                  <a:pt x="9762" y="3311"/>
                </a:cubicBezTo>
                <a:cubicBezTo>
                  <a:pt x="10638" y="3002"/>
                  <a:pt x="9613" y="930"/>
                  <a:pt x="10393" y="780"/>
                </a:cubicBezTo>
                <a:cubicBezTo>
                  <a:pt x="10419" y="775"/>
                  <a:pt x="10447" y="773"/>
                  <a:pt x="10475" y="773"/>
                </a:cubicBezTo>
                <a:cubicBezTo>
                  <a:pt x="10969" y="773"/>
                  <a:pt x="11706" y="1502"/>
                  <a:pt x="12665" y="1502"/>
                </a:cubicBezTo>
                <a:cubicBezTo>
                  <a:pt x="13278" y="1502"/>
                  <a:pt x="13983" y="1203"/>
                  <a:pt x="14772" y="225"/>
                </a:cubicBezTo>
                <a:cubicBezTo>
                  <a:pt x="14836" y="150"/>
                  <a:pt x="14889" y="75"/>
                  <a:pt x="149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2430680" y="3561676"/>
            <a:ext cx="6232008" cy="1581823"/>
          </a:xfrm>
          <a:custGeom>
            <a:rect b="b" l="l" r="r" t="t"/>
            <a:pathLst>
              <a:path extrusionOk="0" h="6458" w="25443">
                <a:moveTo>
                  <a:pt x="19506" y="0"/>
                </a:moveTo>
                <a:cubicBezTo>
                  <a:pt x="18504" y="0"/>
                  <a:pt x="17580" y="416"/>
                  <a:pt x="16940" y="1662"/>
                </a:cubicBezTo>
                <a:cubicBezTo>
                  <a:pt x="15960" y="3553"/>
                  <a:pt x="15173" y="4058"/>
                  <a:pt x="14466" y="4058"/>
                </a:cubicBezTo>
                <a:cubicBezTo>
                  <a:pt x="13971" y="4058"/>
                  <a:pt x="13517" y="3810"/>
                  <a:pt x="13064" y="3617"/>
                </a:cubicBezTo>
                <a:cubicBezTo>
                  <a:pt x="12284" y="3284"/>
                  <a:pt x="9880" y="1600"/>
                  <a:pt x="7770" y="1600"/>
                </a:cubicBezTo>
                <a:cubicBezTo>
                  <a:pt x="6901" y="1600"/>
                  <a:pt x="6083" y="1885"/>
                  <a:pt x="5448" y="2666"/>
                </a:cubicBezTo>
                <a:cubicBezTo>
                  <a:pt x="3646" y="4903"/>
                  <a:pt x="3718" y="5547"/>
                  <a:pt x="3297" y="5547"/>
                </a:cubicBezTo>
                <a:cubicBezTo>
                  <a:pt x="3211" y="5547"/>
                  <a:pt x="3106" y="5520"/>
                  <a:pt x="2960" y="5475"/>
                </a:cubicBezTo>
                <a:cubicBezTo>
                  <a:pt x="2529" y="5337"/>
                  <a:pt x="1913" y="5064"/>
                  <a:pt x="1348" y="5064"/>
                </a:cubicBezTo>
                <a:cubicBezTo>
                  <a:pt x="778" y="5064"/>
                  <a:pt x="258" y="5342"/>
                  <a:pt x="33" y="6319"/>
                </a:cubicBezTo>
                <a:cubicBezTo>
                  <a:pt x="12" y="6372"/>
                  <a:pt x="12" y="6415"/>
                  <a:pt x="1" y="6458"/>
                </a:cubicBezTo>
                <a:lnTo>
                  <a:pt x="6665" y="6458"/>
                </a:lnTo>
                <a:cubicBezTo>
                  <a:pt x="7497" y="5643"/>
                  <a:pt x="9143" y="4331"/>
                  <a:pt x="11189" y="4331"/>
                </a:cubicBezTo>
                <a:cubicBezTo>
                  <a:pt x="11666" y="4331"/>
                  <a:pt x="12164" y="4402"/>
                  <a:pt x="12679" y="4568"/>
                </a:cubicBezTo>
                <a:cubicBezTo>
                  <a:pt x="14653" y="5199"/>
                  <a:pt x="16000" y="5536"/>
                  <a:pt x="16876" y="5536"/>
                </a:cubicBezTo>
                <a:cubicBezTo>
                  <a:pt x="17644" y="5536"/>
                  <a:pt x="18051" y="5276"/>
                  <a:pt x="18201" y="4727"/>
                </a:cubicBezTo>
                <a:cubicBezTo>
                  <a:pt x="18505" y="3564"/>
                  <a:pt x="18438" y="1329"/>
                  <a:pt x="20084" y="1329"/>
                </a:cubicBezTo>
                <a:cubicBezTo>
                  <a:pt x="20114" y="1329"/>
                  <a:pt x="20145" y="1329"/>
                  <a:pt x="20177" y="1331"/>
                </a:cubicBezTo>
                <a:cubicBezTo>
                  <a:pt x="21738" y="1399"/>
                  <a:pt x="22985" y="2883"/>
                  <a:pt x="24430" y="2883"/>
                </a:cubicBezTo>
                <a:cubicBezTo>
                  <a:pt x="24587" y="2883"/>
                  <a:pt x="24746" y="2865"/>
                  <a:pt x="24908" y="2826"/>
                </a:cubicBezTo>
                <a:cubicBezTo>
                  <a:pt x="25357" y="2719"/>
                  <a:pt x="25442" y="2228"/>
                  <a:pt x="25432" y="1545"/>
                </a:cubicBezTo>
                <a:lnTo>
                  <a:pt x="25432" y="1545"/>
                </a:lnTo>
                <a:cubicBezTo>
                  <a:pt x="25281" y="1615"/>
                  <a:pt x="25103" y="1657"/>
                  <a:pt x="24892" y="1657"/>
                </a:cubicBezTo>
                <a:cubicBezTo>
                  <a:pt x="24655" y="1657"/>
                  <a:pt x="24376" y="1605"/>
                  <a:pt x="24043" y="1480"/>
                </a:cubicBezTo>
                <a:cubicBezTo>
                  <a:pt x="22883" y="1048"/>
                  <a:pt x="21096" y="0"/>
                  <a:pt x="195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0" y="0"/>
            <a:ext cx="3243835" cy="1269575"/>
          </a:xfrm>
          <a:custGeom>
            <a:rect b="b" l="l" r="r" t="t"/>
            <a:pathLst>
              <a:path extrusionOk="0" h="4005" w="10233">
                <a:moveTo>
                  <a:pt x="0" y="0"/>
                </a:moveTo>
                <a:lnTo>
                  <a:pt x="0" y="2307"/>
                </a:lnTo>
                <a:cubicBezTo>
                  <a:pt x="299" y="2158"/>
                  <a:pt x="588" y="2041"/>
                  <a:pt x="866" y="1987"/>
                </a:cubicBezTo>
                <a:cubicBezTo>
                  <a:pt x="1035" y="1954"/>
                  <a:pt x="1197" y="1939"/>
                  <a:pt x="1350" y="1939"/>
                </a:cubicBezTo>
                <a:cubicBezTo>
                  <a:pt x="3144" y="1939"/>
                  <a:pt x="3902" y="4005"/>
                  <a:pt x="4759" y="4005"/>
                </a:cubicBezTo>
                <a:cubicBezTo>
                  <a:pt x="4828" y="4005"/>
                  <a:pt x="4897" y="3992"/>
                  <a:pt x="4967" y="3963"/>
                </a:cubicBezTo>
                <a:cubicBezTo>
                  <a:pt x="5939" y="3557"/>
                  <a:pt x="4529" y="1196"/>
                  <a:pt x="5319" y="449"/>
                </a:cubicBezTo>
                <a:cubicBezTo>
                  <a:pt x="5503" y="278"/>
                  <a:pt x="5712" y="213"/>
                  <a:pt x="5941" y="213"/>
                </a:cubicBezTo>
                <a:cubicBezTo>
                  <a:pt x="6648" y="213"/>
                  <a:pt x="7549" y="826"/>
                  <a:pt x="8530" y="826"/>
                </a:cubicBezTo>
                <a:cubicBezTo>
                  <a:pt x="9059" y="826"/>
                  <a:pt x="9611" y="647"/>
                  <a:pt x="10168" y="97"/>
                </a:cubicBezTo>
                <a:lnTo>
                  <a:pt x="102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4063207" y="2603225"/>
            <a:ext cx="5080790" cy="2540273"/>
          </a:xfrm>
          <a:custGeom>
            <a:rect b="b" l="l" r="r" t="t"/>
            <a:pathLst>
              <a:path extrusionOk="0" h="10371" w="20743">
                <a:moveTo>
                  <a:pt x="20742" y="0"/>
                </a:moveTo>
                <a:cubicBezTo>
                  <a:pt x="16951" y="1207"/>
                  <a:pt x="19814" y="6366"/>
                  <a:pt x="18243" y="6739"/>
                </a:cubicBezTo>
                <a:cubicBezTo>
                  <a:pt x="18081" y="6778"/>
                  <a:pt x="17922" y="6796"/>
                  <a:pt x="17765" y="6796"/>
                </a:cubicBezTo>
                <a:cubicBezTo>
                  <a:pt x="16320" y="6796"/>
                  <a:pt x="15073" y="5312"/>
                  <a:pt x="13512" y="5244"/>
                </a:cubicBezTo>
                <a:cubicBezTo>
                  <a:pt x="13480" y="5242"/>
                  <a:pt x="13449" y="5242"/>
                  <a:pt x="13419" y="5242"/>
                </a:cubicBezTo>
                <a:cubicBezTo>
                  <a:pt x="11773" y="5242"/>
                  <a:pt x="11840" y="7477"/>
                  <a:pt x="11536" y="8640"/>
                </a:cubicBezTo>
                <a:cubicBezTo>
                  <a:pt x="11386" y="9189"/>
                  <a:pt x="10979" y="9449"/>
                  <a:pt x="10211" y="9449"/>
                </a:cubicBezTo>
                <a:cubicBezTo>
                  <a:pt x="9335" y="9449"/>
                  <a:pt x="7988" y="9112"/>
                  <a:pt x="6014" y="8481"/>
                </a:cubicBezTo>
                <a:cubicBezTo>
                  <a:pt x="5499" y="8315"/>
                  <a:pt x="5001" y="8244"/>
                  <a:pt x="4524" y="8244"/>
                </a:cubicBezTo>
                <a:cubicBezTo>
                  <a:pt x="2478" y="8244"/>
                  <a:pt x="832" y="9556"/>
                  <a:pt x="0" y="10371"/>
                </a:cubicBezTo>
                <a:lnTo>
                  <a:pt x="20742" y="10371"/>
                </a:lnTo>
                <a:lnTo>
                  <a:pt x="2074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1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1" type="subTitle"/>
          </p:nvPr>
        </p:nvSpPr>
        <p:spPr>
          <a:xfrm flipH="1">
            <a:off x="1822094" y="2958919"/>
            <a:ext cx="55011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quada One"/>
              <a:buNone/>
              <a:defRPr sz="12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2" type="subTitle"/>
          </p:nvPr>
        </p:nvSpPr>
        <p:spPr>
          <a:xfrm>
            <a:off x="1820800" y="2848425"/>
            <a:ext cx="41109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6279" y="2606319"/>
            <a:ext cx="4521" cy="6329"/>
          </a:xfrm>
          <a:custGeom>
            <a:rect b="b" l="l" r="r" t="t"/>
            <a:pathLst>
              <a:path extrusionOk="0" h="84" w="60">
                <a:moveTo>
                  <a:pt x="1" y="0"/>
                </a:moveTo>
                <a:lnTo>
                  <a:pt x="20" y="39"/>
                </a:lnTo>
                <a:lnTo>
                  <a:pt x="59" y="83"/>
                </a:lnTo>
                <a:lnTo>
                  <a:pt x="1" y="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4847" y="5142018"/>
            <a:ext cx="7384" cy="75"/>
          </a:xfrm>
          <a:custGeom>
            <a:rect b="b" l="l" r="r" t="t"/>
            <a:pathLst>
              <a:path extrusionOk="0" h="1" w="98">
                <a:moveTo>
                  <a:pt x="98" y="0"/>
                </a:moveTo>
                <a:lnTo>
                  <a:pt x="0" y="0"/>
                </a:lnTo>
                <a:lnTo>
                  <a:pt x="0" y="0"/>
                </a:lnTo>
                <a:lnTo>
                  <a:pt x="78" y="0"/>
                </a:lnTo>
                <a:close/>
              </a:path>
            </a:pathLst>
          </a:custGeom>
          <a:solidFill>
            <a:srgbClr val="B0B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6876874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>
            <a:off x="6342869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/>
          <p:nvPr/>
        </p:nvSpPr>
        <p:spPr>
          <a:xfrm>
            <a:off x="313219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12225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12225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+ TEXT">
  <p:cSld name="1_Título y objetos_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131100" y="1547550"/>
            <a:ext cx="4365300" cy="2048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/>
          <p:nvPr/>
        </p:nvSpPr>
        <p:spPr>
          <a:xfrm flipH="1">
            <a:off x="12225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"/>
          <p:cNvSpPr/>
          <p:nvPr/>
        </p:nvSpPr>
        <p:spPr>
          <a:xfrm flipH="1">
            <a:off x="12227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"/>
          <p:cNvSpPr/>
          <p:nvPr/>
        </p:nvSpPr>
        <p:spPr>
          <a:xfrm flipH="1">
            <a:off x="518344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"/>
          <p:cNvSpPr/>
          <p:nvPr/>
        </p:nvSpPr>
        <p:spPr>
          <a:xfrm flipH="1">
            <a:off x="5191300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/>
          <p:nvPr/>
        </p:nvSpPr>
        <p:spPr>
          <a:xfrm flipH="1">
            <a:off x="5811811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"/>
          <p:cNvSpPr txBox="1"/>
          <p:nvPr>
            <p:ph type="ctrTitle"/>
          </p:nvPr>
        </p:nvSpPr>
        <p:spPr>
          <a:xfrm flipH="1">
            <a:off x="1119638" y="1950940"/>
            <a:ext cx="3158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6" name="Google Shape;256;p29"/>
          <p:cNvSpPr txBox="1"/>
          <p:nvPr>
            <p:ph idx="1" type="subTitle"/>
          </p:nvPr>
        </p:nvSpPr>
        <p:spPr>
          <a:xfrm>
            <a:off x="4670656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+ TEXT 1">
  <p:cSld name="1_Título y objetos_3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 flipH="1">
            <a:off x="4842306" y="1547550"/>
            <a:ext cx="4365300" cy="2048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/>
          <p:nvPr/>
        </p:nvSpPr>
        <p:spPr>
          <a:xfrm flipH="1">
            <a:off x="12225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"/>
          <p:cNvSpPr/>
          <p:nvPr/>
        </p:nvSpPr>
        <p:spPr>
          <a:xfrm flipH="1">
            <a:off x="12227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/>
          <p:nvPr/>
        </p:nvSpPr>
        <p:spPr>
          <a:xfrm flipH="1">
            <a:off x="518344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"/>
          <p:cNvSpPr/>
          <p:nvPr/>
        </p:nvSpPr>
        <p:spPr>
          <a:xfrm flipH="1">
            <a:off x="5191300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/>
          <p:nvPr/>
        </p:nvSpPr>
        <p:spPr>
          <a:xfrm flipH="1">
            <a:off x="5811811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0"/>
          <p:cNvSpPr txBox="1"/>
          <p:nvPr>
            <p:ph type="ctrTitle"/>
          </p:nvPr>
        </p:nvSpPr>
        <p:spPr>
          <a:xfrm>
            <a:off x="5060968" y="1950940"/>
            <a:ext cx="3158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5" name="Google Shape;265;p30"/>
          <p:cNvSpPr txBox="1"/>
          <p:nvPr>
            <p:ph idx="1" type="subTitle"/>
          </p:nvPr>
        </p:nvSpPr>
        <p:spPr>
          <a:xfrm flipH="1">
            <a:off x="946950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+ SUBTITLE">
  <p:cSld name="1_Título y objetos_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/>
          <p:nvPr/>
        </p:nvSpPr>
        <p:spPr>
          <a:xfrm flipH="1">
            <a:off x="2266913" y="876994"/>
            <a:ext cx="4606800" cy="4323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268" name="Google Shape;268;p31"/>
          <p:cNvSpPr txBox="1"/>
          <p:nvPr>
            <p:ph hasCustomPrompt="1" type="title"/>
          </p:nvPr>
        </p:nvSpPr>
        <p:spPr>
          <a:xfrm>
            <a:off x="1375175" y="2420792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b="0" sz="5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1"/>
          <p:cNvSpPr txBox="1"/>
          <p:nvPr>
            <p:ph idx="1" type="subTitle"/>
          </p:nvPr>
        </p:nvSpPr>
        <p:spPr>
          <a:xfrm>
            <a:off x="2895188" y="3034744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0" name="Google Shape;270;p31"/>
          <p:cNvSpPr/>
          <p:nvPr/>
        </p:nvSpPr>
        <p:spPr>
          <a:xfrm flipH="1" rot="10800000">
            <a:off x="5059867" y="0"/>
            <a:ext cx="4037101" cy="1751811"/>
          </a:xfrm>
          <a:custGeom>
            <a:rect b="b" l="l" r="r" t="t"/>
            <a:pathLst>
              <a:path extrusionOk="0" h="7152" w="16482">
                <a:moveTo>
                  <a:pt x="12713" y="1"/>
                </a:moveTo>
                <a:cubicBezTo>
                  <a:pt x="12371" y="1"/>
                  <a:pt x="12082" y="52"/>
                  <a:pt x="11867" y="166"/>
                </a:cubicBezTo>
                <a:cubicBezTo>
                  <a:pt x="9966" y="1202"/>
                  <a:pt x="12508" y="5496"/>
                  <a:pt x="10842" y="5581"/>
                </a:cubicBezTo>
                <a:cubicBezTo>
                  <a:pt x="10817" y="5582"/>
                  <a:pt x="10791" y="5583"/>
                  <a:pt x="10766" y="5583"/>
                </a:cubicBezTo>
                <a:cubicBezTo>
                  <a:pt x="9256" y="5583"/>
                  <a:pt x="8019" y="3281"/>
                  <a:pt x="6884" y="3281"/>
                </a:cubicBezTo>
                <a:cubicBezTo>
                  <a:pt x="6793" y="3281"/>
                  <a:pt x="6702" y="3296"/>
                  <a:pt x="6612" y="3328"/>
                </a:cubicBezTo>
                <a:cubicBezTo>
                  <a:pt x="5384" y="3765"/>
                  <a:pt x="6836" y="6692"/>
                  <a:pt x="5715" y="6905"/>
                </a:cubicBezTo>
                <a:cubicBezTo>
                  <a:pt x="5677" y="6913"/>
                  <a:pt x="5638" y="6916"/>
                  <a:pt x="5597" y="6916"/>
                </a:cubicBezTo>
                <a:cubicBezTo>
                  <a:pt x="4898" y="6916"/>
                  <a:pt x="3858" y="5884"/>
                  <a:pt x="2503" y="5884"/>
                </a:cubicBezTo>
                <a:cubicBezTo>
                  <a:pt x="1761" y="5884"/>
                  <a:pt x="926" y="6193"/>
                  <a:pt x="0" y="7152"/>
                </a:cubicBezTo>
                <a:lnTo>
                  <a:pt x="16481" y="7152"/>
                </a:lnTo>
                <a:lnTo>
                  <a:pt x="16481" y="935"/>
                </a:lnTo>
                <a:cubicBezTo>
                  <a:pt x="15078" y="407"/>
                  <a:pt x="13680" y="1"/>
                  <a:pt x="1271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 flipH="1" rot="10800000">
            <a:off x="6" y="3324574"/>
            <a:ext cx="4319762" cy="1818924"/>
          </a:xfrm>
          <a:custGeom>
            <a:rect b="b" l="l" r="r" t="t"/>
            <a:pathLst>
              <a:path extrusionOk="0" h="7426" w="17636">
                <a:moveTo>
                  <a:pt x="1" y="0"/>
                </a:moveTo>
                <a:lnTo>
                  <a:pt x="1" y="7337"/>
                </a:lnTo>
                <a:cubicBezTo>
                  <a:pt x="269" y="7393"/>
                  <a:pt x="537" y="7425"/>
                  <a:pt x="798" y="7425"/>
                </a:cubicBezTo>
                <a:cubicBezTo>
                  <a:pt x="1649" y="7425"/>
                  <a:pt x="2433" y="7078"/>
                  <a:pt x="2981" y="6024"/>
                </a:cubicBezTo>
                <a:cubicBezTo>
                  <a:pt x="3804" y="4415"/>
                  <a:pt x="4473" y="3985"/>
                  <a:pt x="5073" y="3985"/>
                </a:cubicBezTo>
                <a:cubicBezTo>
                  <a:pt x="5492" y="3985"/>
                  <a:pt x="5878" y="4195"/>
                  <a:pt x="6260" y="4358"/>
                </a:cubicBezTo>
                <a:cubicBezTo>
                  <a:pt x="6925" y="4645"/>
                  <a:pt x="8958" y="6071"/>
                  <a:pt x="10742" y="6071"/>
                </a:cubicBezTo>
                <a:cubicBezTo>
                  <a:pt x="11479" y="6071"/>
                  <a:pt x="12174" y="5827"/>
                  <a:pt x="12711" y="5158"/>
                </a:cubicBezTo>
                <a:cubicBezTo>
                  <a:pt x="14242" y="3274"/>
                  <a:pt x="14182" y="2723"/>
                  <a:pt x="14535" y="2723"/>
                </a:cubicBezTo>
                <a:cubicBezTo>
                  <a:pt x="14608" y="2723"/>
                  <a:pt x="14699" y="2747"/>
                  <a:pt x="14826" y="2787"/>
                </a:cubicBezTo>
                <a:cubicBezTo>
                  <a:pt x="15192" y="2904"/>
                  <a:pt x="15715" y="3135"/>
                  <a:pt x="16195" y="3135"/>
                </a:cubicBezTo>
                <a:cubicBezTo>
                  <a:pt x="16680" y="3135"/>
                  <a:pt x="17121" y="2899"/>
                  <a:pt x="17315" y="2072"/>
                </a:cubicBezTo>
                <a:cubicBezTo>
                  <a:pt x="17635" y="726"/>
                  <a:pt x="16396" y="160"/>
                  <a:pt x="15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/>
          <p:nvPr/>
        </p:nvSpPr>
        <p:spPr>
          <a:xfrm flipH="1" rot="10800000">
            <a:off x="7359611" y="0"/>
            <a:ext cx="1784388" cy="1829457"/>
          </a:xfrm>
          <a:custGeom>
            <a:rect b="b" l="l" r="r" t="t"/>
            <a:pathLst>
              <a:path extrusionOk="0" h="7469" w="7285">
                <a:moveTo>
                  <a:pt x="6450" y="1"/>
                </a:moveTo>
                <a:cubicBezTo>
                  <a:pt x="6380" y="1"/>
                  <a:pt x="6309" y="15"/>
                  <a:pt x="6238" y="45"/>
                </a:cubicBezTo>
                <a:cubicBezTo>
                  <a:pt x="5265" y="441"/>
                  <a:pt x="6675" y="2801"/>
                  <a:pt x="5875" y="3548"/>
                </a:cubicBezTo>
                <a:cubicBezTo>
                  <a:pt x="5691" y="3722"/>
                  <a:pt x="5482" y="3788"/>
                  <a:pt x="5252" y="3788"/>
                </a:cubicBezTo>
                <a:cubicBezTo>
                  <a:pt x="4549" y="3788"/>
                  <a:pt x="3649" y="3177"/>
                  <a:pt x="2672" y="3177"/>
                </a:cubicBezTo>
                <a:cubicBezTo>
                  <a:pt x="2143" y="3177"/>
                  <a:pt x="1591" y="3357"/>
                  <a:pt x="1036" y="3911"/>
                </a:cubicBezTo>
                <a:cubicBezTo>
                  <a:pt x="0" y="4948"/>
                  <a:pt x="235" y="6368"/>
                  <a:pt x="673" y="7469"/>
                </a:cubicBezTo>
                <a:lnTo>
                  <a:pt x="7285" y="7469"/>
                </a:lnTo>
                <a:lnTo>
                  <a:pt x="7285" y="515"/>
                </a:lnTo>
                <a:cubicBezTo>
                  <a:pt x="6995" y="217"/>
                  <a:pt x="6726" y="1"/>
                  <a:pt x="6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"/>
          <p:cNvSpPr/>
          <p:nvPr/>
        </p:nvSpPr>
        <p:spPr>
          <a:xfrm flipH="1" rot="10800000">
            <a:off x="-132275" y="1"/>
            <a:ext cx="2896416" cy="2836160"/>
          </a:xfrm>
          <a:custGeom>
            <a:rect b="b" l="l" r="r" t="t"/>
            <a:pathLst>
              <a:path extrusionOk="0" h="11579" w="11825">
                <a:moveTo>
                  <a:pt x="524" y="1"/>
                </a:moveTo>
                <a:lnTo>
                  <a:pt x="524" y="11579"/>
                </a:lnTo>
                <a:lnTo>
                  <a:pt x="9453" y="11579"/>
                </a:lnTo>
                <a:cubicBezTo>
                  <a:pt x="9368" y="11408"/>
                  <a:pt x="9304" y="11226"/>
                  <a:pt x="9271" y="11002"/>
                </a:cubicBezTo>
                <a:cubicBezTo>
                  <a:pt x="8994" y="8876"/>
                  <a:pt x="11824" y="6195"/>
                  <a:pt x="10158" y="5405"/>
                </a:cubicBezTo>
                <a:cubicBezTo>
                  <a:pt x="10071" y="5363"/>
                  <a:pt x="9979" y="5343"/>
                  <a:pt x="9883" y="5343"/>
                </a:cubicBezTo>
                <a:cubicBezTo>
                  <a:pt x="8906" y="5343"/>
                  <a:pt x="7498" y="7379"/>
                  <a:pt x="6302" y="8662"/>
                </a:cubicBezTo>
                <a:cubicBezTo>
                  <a:pt x="5772" y="9229"/>
                  <a:pt x="5197" y="9556"/>
                  <a:pt x="4762" y="9556"/>
                </a:cubicBezTo>
                <a:cubicBezTo>
                  <a:pt x="4433" y="9556"/>
                  <a:pt x="4183" y="9370"/>
                  <a:pt x="4092" y="8961"/>
                </a:cubicBezTo>
                <a:cubicBezTo>
                  <a:pt x="3803" y="7701"/>
                  <a:pt x="5800" y="5928"/>
                  <a:pt x="4818" y="4604"/>
                </a:cubicBezTo>
                <a:cubicBezTo>
                  <a:pt x="3824" y="3279"/>
                  <a:pt x="2660" y="4326"/>
                  <a:pt x="1197" y="3215"/>
                </a:cubicBezTo>
                <a:cubicBezTo>
                  <a:pt x="0" y="2308"/>
                  <a:pt x="1496" y="908"/>
                  <a:pt x="52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 flipH="1" rot="10800000">
            <a:off x="-3926" y="3937414"/>
            <a:ext cx="6252828" cy="1206085"/>
          </a:xfrm>
          <a:custGeom>
            <a:rect b="b" l="l" r="r" t="t"/>
            <a:pathLst>
              <a:path extrusionOk="0" h="4924" w="25528">
                <a:moveTo>
                  <a:pt x="0" y="0"/>
                </a:moveTo>
                <a:lnTo>
                  <a:pt x="0" y="4923"/>
                </a:lnTo>
                <a:cubicBezTo>
                  <a:pt x="1550" y="3518"/>
                  <a:pt x="1590" y="405"/>
                  <a:pt x="2664" y="405"/>
                </a:cubicBezTo>
                <a:cubicBezTo>
                  <a:pt x="2701" y="405"/>
                  <a:pt x="2738" y="409"/>
                  <a:pt x="2777" y="416"/>
                </a:cubicBezTo>
                <a:cubicBezTo>
                  <a:pt x="4454" y="715"/>
                  <a:pt x="4956" y="2915"/>
                  <a:pt x="6515" y="3684"/>
                </a:cubicBezTo>
                <a:cubicBezTo>
                  <a:pt x="6748" y="3801"/>
                  <a:pt x="6966" y="3853"/>
                  <a:pt x="7169" y="3853"/>
                </a:cubicBezTo>
                <a:cubicBezTo>
                  <a:pt x="8328" y="3853"/>
                  <a:pt x="9043" y="2186"/>
                  <a:pt x="9687" y="1377"/>
                </a:cubicBezTo>
                <a:cubicBezTo>
                  <a:pt x="9901" y="1110"/>
                  <a:pt x="10157" y="974"/>
                  <a:pt x="10478" y="974"/>
                </a:cubicBezTo>
                <a:cubicBezTo>
                  <a:pt x="11308" y="974"/>
                  <a:pt x="12574" y="1881"/>
                  <a:pt x="14686" y="3738"/>
                </a:cubicBezTo>
                <a:cubicBezTo>
                  <a:pt x="15116" y="4116"/>
                  <a:pt x="15689" y="4278"/>
                  <a:pt x="16352" y="4278"/>
                </a:cubicBezTo>
                <a:cubicBezTo>
                  <a:pt x="19060" y="4278"/>
                  <a:pt x="23279" y="1587"/>
                  <a:pt x="2552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SUBTITLES">
  <p:cSld name="1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/>
          <p:nvPr/>
        </p:nvSpPr>
        <p:spPr>
          <a:xfrm flipH="1">
            <a:off x="2266913" y="-50625"/>
            <a:ext cx="4606800" cy="4344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77" name="Google Shape;277;p32"/>
          <p:cNvSpPr txBox="1"/>
          <p:nvPr>
            <p:ph hasCustomPrompt="1" type="title"/>
          </p:nvPr>
        </p:nvSpPr>
        <p:spPr>
          <a:xfrm>
            <a:off x="1376775" y="1093017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32"/>
          <p:cNvSpPr txBox="1"/>
          <p:nvPr>
            <p:ph hasCustomPrompt="1" idx="2" type="title"/>
          </p:nvPr>
        </p:nvSpPr>
        <p:spPr>
          <a:xfrm>
            <a:off x="1376775" y="1953679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2"/>
          <p:cNvSpPr txBox="1"/>
          <p:nvPr>
            <p:ph hasCustomPrompt="1" idx="3" type="title"/>
          </p:nvPr>
        </p:nvSpPr>
        <p:spPr>
          <a:xfrm>
            <a:off x="1376775" y="2842917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32"/>
          <p:cNvSpPr txBox="1"/>
          <p:nvPr>
            <p:ph idx="1" type="subTitle"/>
          </p:nvPr>
        </p:nvSpPr>
        <p:spPr>
          <a:xfrm>
            <a:off x="2895188" y="1662988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4" type="subTitle"/>
          </p:nvPr>
        </p:nvSpPr>
        <p:spPr>
          <a:xfrm>
            <a:off x="2895188" y="2543319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5" type="subTitle"/>
          </p:nvPr>
        </p:nvSpPr>
        <p:spPr>
          <a:xfrm>
            <a:off x="2895188" y="3423650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3" name="Google Shape;283;p32"/>
          <p:cNvSpPr/>
          <p:nvPr/>
        </p:nvSpPr>
        <p:spPr>
          <a:xfrm>
            <a:off x="5059867" y="3391687"/>
            <a:ext cx="4037101" cy="1751811"/>
          </a:xfrm>
          <a:custGeom>
            <a:rect b="b" l="l" r="r" t="t"/>
            <a:pathLst>
              <a:path extrusionOk="0" h="7152" w="16482">
                <a:moveTo>
                  <a:pt x="12713" y="1"/>
                </a:moveTo>
                <a:cubicBezTo>
                  <a:pt x="12371" y="1"/>
                  <a:pt x="12082" y="52"/>
                  <a:pt x="11867" y="166"/>
                </a:cubicBezTo>
                <a:cubicBezTo>
                  <a:pt x="9966" y="1202"/>
                  <a:pt x="12508" y="5496"/>
                  <a:pt x="10842" y="5581"/>
                </a:cubicBezTo>
                <a:cubicBezTo>
                  <a:pt x="10817" y="5582"/>
                  <a:pt x="10791" y="5583"/>
                  <a:pt x="10766" y="5583"/>
                </a:cubicBezTo>
                <a:cubicBezTo>
                  <a:pt x="9256" y="5583"/>
                  <a:pt x="8019" y="3281"/>
                  <a:pt x="6884" y="3281"/>
                </a:cubicBezTo>
                <a:cubicBezTo>
                  <a:pt x="6793" y="3281"/>
                  <a:pt x="6702" y="3296"/>
                  <a:pt x="6612" y="3328"/>
                </a:cubicBezTo>
                <a:cubicBezTo>
                  <a:pt x="5384" y="3765"/>
                  <a:pt x="6836" y="6692"/>
                  <a:pt x="5715" y="6905"/>
                </a:cubicBezTo>
                <a:cubicBezTo>
                  <a:pt x="5677" y="6913"/>
                  <a:pt x="5638" y="6916"/>
                  <a:pt x="5597" y="6916"/>
                </a:cubicBezTo>
                <a:cubicBezTo>
                  <a:pt x="4898" y="6916"/>
                  <a:pt x="3858" y="5884"/>
                  <a:pt x="2503" y="5884"/>
                </a:cubicBezTo>
                <a:cubicBezTo>
                  <a:pt x="1761" y="5884"/>
                  <a:pt x="926" y="6193"/>
                  <a:pt x="0" y="7152"/>
                </a:cubicBezTo>
                <a:lnTo>
                  <a:pt x="16481" y="7152"/>
                </a:lnTo>
                <a:lnTo>
                  <a:pt x="16481" y="935"/>
                </a:lnTo>
                <a:cubicBezTo>
                  <a:pt x="15078" y="407"/>
                  <a:pt x="13680" y="1"/>
                  <a:pt x="1271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6" y="0"/>
            <a:ext cx="4319762" cy="1818924"/>
          </a:xfrm>
          <a:custGeom>
            <a:rect b="b" l="l" r="r" t="t"/>
            <a:pathLst>
              <a:path extrusionOk="0" h="7426" w="17636">
                <a:moveTo>
                  <a:pt x="1" y="0"/>
                </a:moveTo>
                <a:lnTo>
                  <a:pt x="1" y="7337"/>
                </a:lnTo>
                <a:cubicBezTo>
                  <a:pt x="269" y="7393"/>
                  <a:pt x="537" y="7425"/>
                  <a:pt x="798" y="7425"/>
                </a:cubicBezTo>
                <a:cubicBezTo>
                  <a:pt x="1649" y="7425"/>
                  <a:pt x="2433" y="7078"/>
                  <a:pt x="2981" y="6024"/>
                </a:cubicBezTo>
                <a:cubicBezTo>
                  <a:pt x="3804" y="4415"/>
                  <a:pt x="4473" y="3985"/>
                  <a:pt x="5073" y="3985"/>
                </a:cubicBezTo>
                <a:cubicBezTo>
                  <a:pt x="5492" y="3985"/>
                  <a:pt x="5878" y="4195"/>
                  <a:pt x="6260" y="4358"/>
                </a:cubicBezTo>
                <a:cubicBezTo>
                  <a:pt x="6925" y="4645"/>
                  <a:pt x="8958" y="6071"/>
                  <a:pt x="10742" y="6071"/>
                </a:cubicBezTo>
                <a:cubicBezTo>
                  <a:pt x="11479" y="6071"/>
                  <a:pt x="12174" y="5827"/>
                  <a:pt x="12711" y="5158"/>
                </a:cubicBezTo>
                <a:cubicBezTo>
                  <a:pt x="14242" y="3274"/>
                  <a:pt x="14182" y="2723"/>
                  <a:pt x="14535" y="2723"/>
                </a:cubicBezTo>
                <a:cubicBezTo>
                  <a:pt x="14608" y="2723"/>
                  <a:pt x="14699" y="2747"/>
                  <a:pt x="14826" y="2787"/>
                </a:cubicBezTo>
                <a:cubicBezTo>
                  <a:pt x="15192" y="2904"/>
                  <a:pt x="15715" y="3135"/>
                  <a:pt x="16195" y="3135"/>
                </a:cubicBezTo>
                <a:cubicBezTo>
                  <a:pt x="16680" y="3135"/>
                  <a:pt x="17121" y="2899"/>
                  <a:pt x="17315" y="2072"/>
                </a:cubicBezTo>
                <a:cubicBezTo>
                  <a:pt x="17635" y="726"/>
                  <a:pt x="16396" y="160"/>
                  <a:pt x="15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7359611" y="3314041"/>
            <a:ext cx="1784388" cy="1829457"/>
          </a:xfrm>
          <a:custGeom>
            <a:rect b="b" l="l" r="r" t="t"/>
            <a:pathLst>
              <a:path extrusionOk="0" h="7469" w="7285">
                <a:moveTo>
                  <a:pt x="6450" y="1"/>
                </a:moveTo>
                <a:cubicBezTo>
                  <a:pt x="6380" y="1"/>
                  <a:pt x="6309" y="15"/>
                  <a:pt x="6238" y="45"/>
                </a:cubicBezTo>
                <a:cubicBezTo>
                  <a:pt x="5265" y="441"/>
                  <a:pt x="6675" y="2801"/>
                  <a:pt x="5875" y="3548"/>
                </a:cubicBezTo>
                <a:cubicBezTo>
                  <a:pt x="5691" y="3722"/>
                  <a:pt x="5482" y="3788"/>
                  <a:pt x="5252" y="3788"/>
                </a:cubicBezTo>
                <a:cubicBezTo>
                  <a:pt x="4549" y="3788"/>
                  <a:pt x="3649" y="3177"/>
                  <a:pt x="2672" y="3177"/>
                </a:cubicBezTo>
                <a:cubicBezTo>
                  <a:pt x="2143" y="3177"/>
                  <a:pt x="1591" y="3357"/>
                  <a:pt x="1036" y="3911"/>
                </a:cubicBezTo>
                <a:cubicBezTo>
                  <a:pt x="0" y="4948"/>
                  <a:pt x="235" y="6368"/>
                  <a:pt x="673" y="7469"/>
                </a:cubicBezTo>
                <a:lnTo>
                  <a:pt x="7285" y="7469"/>
                </a:lnTo>
                <a:lnTo>
                  <a:pt x="7285" y="515"/>
                </a:lnTo>
                <a:cubicBezTo>
                  <a:pt x="6995" y="217"/>
                  <a:pt x="6726" y="1"/>
                  <a:pt x="6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-132275" y="2307337"/>
            <a:ext cx="2896416" cy="2836160"/>
          </a:xfrm>
          <a:custGeom>
            <a:rect b="b" l="l" r="r" t="t"/>
            <a:pathLst>
              <a:path extrusionOk="0" h="11579" w="11825">
                <a:moveTo>
                  <a:pt x="524" y="1"/>
                </a:moveTo>
                <a:lnTo>
                  <a:pt x="524" y="11579"/>
                </a:lnTo>
                <a:lnTo>
                  <a:pt x="9453" y="11579"/>
                </a:lnTo>
                <a:cubicBezTo>
                  <a:pt x="9368" y="11408"/>
                  <a:pt x="9304" y="11226"/>
                  <a:pt x="9271" y="11002"/>
                </a:cubicBezTo>
                <a:cubicBezTo>
                  <a:pt x="8994" y="8876"/>
                  <a:pt x="11824" y="6195"/>
                  <a:pt x="10158" y="5405"/>
                </a:cubicBezTo>
                <a:cubicBezTo>
                  <a:pt x="10071" y="5363"/>
                  <a:pt x="9979" y="5343"/>
                  <a:pt x="9883" y="5343"/>
                </a:cubicBezTo>
                <a:cubicBezTo>
                  <a:pt x="8906" y="5343"/>
                  <a:pt x="7498" y="7379"/>
                  <a:pt x="6302" y="8662"/>
                </a:cubicBezTo>
                <a:cubicBezTo>
                  <a:pt x="5772" y="9229"/>
                  <a:pt x="5197" y="9556"/>
                  <a:pt x="4762" y="9556"/>
                </a:cubicBezTo>
                <a:cubicBezTo>
                  <a:pt x="4433" y="9556"/>
                  <a:pt x="4183" y="9370"/>
                  <a:pt x="4092" y="8961"/>
                </a:cubicBezTo>
                <a:cubicBezTo>
                  <a:pt x="3803" y="7701"/>
                  <a:pt x="5800" y="5928"/>
                  <a:pt x="4818" y="4604"/>
                </a:cubicBezTo>
                <a:cubicBezTo>
                  <a:pt x="3824" y="3279"/>
                  <a:pt x="2660" y="4326"/>
                  <a:pt x="1197" y="3215"/>
                </a:cubicBezTo>
                <a:cubicBezTo>
                  <a:pt x="0" y="2308"/>
                  <a:pt x="1496" y="908"/>
                  <a:pt x="52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-3926" y="0"/>
            <a:ext cx="6252828" cy="1206085"/>
          </a:xfrm>
          <a:custGeom>
            <a:rect b="b" l="l" r="r" t="t"/>
            <a:pathLst>
              <a:path extrusionOk="0" h="4924" w="25528">
                <a:moveTo>
                  <a:pt x="0" y="0"/>
                </a:moveTo>
                <a:lnTo>
                  <a:pt x="0" y="4923"/>
                </a:lnTo>
                <a:cubicBezTo>
                  <a:pt x="1550" y="3518"/>
                  <a:pt x="1590" y="405"/>
                  <a:pt x="2664" y="405"/>
                </a:cubicBezTo>
                <a:cubicBezTo>
                  <a:pt x="2701" y="405"/>
                  <a:pt x="2738" y="409"/>
                  <a:pt x="2777" y="416"/>
                </a:cubicBezTo>
                <a:cubicBezTo>
                  <a:pt x="4454" y="715"/>
                  <a:pt x="4956" y="2915"/>
                  <a:pt x="6515" y="3684"/>
                </a:cubicBezTo>
                <a:cubicBezTo>
                  <a:pt x="6748" y="3801"/>
                  <a:pt x="6966" y="3853"/>
                  <a:pt x="7169" y="3853"/>
                </a:cubicBezTo>
                <a:cubicBezTo>
                  <a:pt x="8328" y="3853"/>
                  <a:pt x="9043" y="2186"/>
                  <a:pt x="9687" y="1377"/>
                </a:cubicBezTo>
                <a:cubicBezTo>
                  <a:pt x="9901" y="1110"/>
                  <a:pt x="10157" y="974"/>
                  <a:pt x="10478" y="974"/>
                </a:cubicBezTo>
                <a:cubicBezTo>
                  <a:pt x="11308" y="974"/>
                  <a:pt x="12574" y="1881"/>
                  <a:pt x="14686" y="3738"/>
                </a:cubicBezTo>
                <a:cubicBezTo>
                  <a:pt x="15116" y="4116"/>
                  <a:pt x="15689" y="4278"/>
                  <a:pt x="16352" y="4278"/>
                </a:cubicBezTo>
                <a:cubicBezTo>
                  <a:pt x="19060" y="4278"/>
                  <a:pt x="23279" y="1587"/>
                  <a:pt x="2552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">
  <p:cSld name="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2" type="ctrTitle"/>
          </p:nvPr>
        </p:nvSpPr>
        <p:spPr>
          <a:xfrm>
            <a:off x="1488877" y="1982075"/>
            <a:ext cx="61662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3" name="Google Shape;293;p33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2487950" y="1420176"/>
            <a:ext cx="4263000" cy="2517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 1">
  <p:cSld name="2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/>
          <p:nvPr/>
        </p:nvSpPr>
        <p:spPr>
          <a:xfrm>
            <a:off x="2487950" y="-168499"/>
            <a:ext cx="4263000" cy="2517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3" name="Google Shape;303;p34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2" type="ctrTitle"/>
          </p:nvPr>
        </p:nvSpPr>
        <p:spPr>
          <a:xfrm>
            <a:off x="2393097" y="1850875"/>
            <a:ext cx="43578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5" name="Google Shape;305;p34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3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/>
          <p:nvPr/>
        </p:nvSpPr>
        <p:spPr>
          <a:xfrm rot="5400000">
            <a:off x="1024675" y="95575"/>
            <a:ext cx="3457500" cy="3133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13" name="Google Shape;313;p35"/>
          <p:cNvSpPr txBox="1"/>
          <p:nvPr>
            <p:ph type="ctrTitle"/>
          </p:nvPr>
        </p:nvSpPr>
        <p:spPr>
          <a:xfrm flipH="1">
            <a:off x="886775" y="2340594"/>
            <a:ext cx="3158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4" name="Google Shape;314;p35"/>
          <p:cNvSpPr txBox="1"/>
          <p:nvPr>
            <p:ph idx="1" type="subTitle"/>
          </p:nvPr>
        </p:nvSpPr>
        <p:spPr>
          <a:xfrm>
            <a:off x="4598719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5" name="Google Shape;315;p35"/>
          <p:cNvSpPr/>
          <p:nvPr/>
        </p:nvSpPr>
        <p:spPr>
          <a:xfrm>
            <a:off x="0" y="3237663"/>
            <a:ext cx="5957203" cy="1901058"/>
          </a:xfrm>
          <a:custGeom>
            <a:rect b="b" l="l" r="r" t="t"/>
            <a:pathLst>
              <a:path extrusionOk="0" h="7151" w="23488">
                <a:moveTo>
                  <a:pt x="4309" y="0"/>
                </a:moveTo>
                <a:cubicBezTo>
                  <a:pt x="3860" y="0"/>
                  <a:pt x="3401" y="111"/>
                  <a:pt x="2937" y="369"/>
                </a:cubicBezTo>
                <a:cubicBezTo>
                  <a:pt x="716" y="1608"/>
                  <a:pt x="331" y="2249"/>
                  <a:pt x="1" y="2270"/>
                </a:cubicBezTo>
                <a:lnTo>
                  <a:pt x="1" y="7151"/>
                </a:lnTo>
                <a:lnTo>
                  <a:pt x="23487" y="7151"/>
                </a:lnTo>
                <a:lnTo>
                  <a:pt x="22986" y="6040"/>
                </a:lnTo>
                <a:cubicBezTo>
                  <a:pt x="22986" y="6040"/>
                  <a:pt x="22583" y="6740"/>
                  <a:pt x="21847" y="6740"/>
                </a:cubicBezTo>
                <a:cubicBezTo>
                  <a:pt x="21511" y="6740"/>
                  <a:pt x="21105" y="6594"/>
                  <a:pt x="20636" y="6168"/>
                </a:cubicBezTo>
                <a:cubicBezTo>
                  <a:pt x="19503" y="5133"/>
                  <a:pt x="17832" y="2884"/>
                  <a:pt x="15899" y="2884"/>
                </a:cubicBezTo>
                <a:cubicBezTo>
                  <a:pt x="15280" y="2884"/>
                  <a:pt x="14635" y="3115"/>
                  <a:pt x="13971" y="3690"/>
                </a:cubicBezTo>
                <a:cubicBezTo>
                  <a:pt x="12757" y="4748"/>
                  <a:pt x="11936" y="5109"/>
                  <a:pt x="11324" y="5109"/>
                </a:cubicBezTo>
                <a:cubicBezTo>
                  <a:pt x="10559" y="5109"/>
                  <a:pt x="10120" y="4544"/>
                  <a:pt x="9645" y="4075"/>
                </a:cubicBezTo>
                <a:cubicBezTo>
                  <a:pt x="8931" y="3361"/>
                  <a:pt x="6779" y="0"/>
                  <a:pt x="43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>
            <a:off x="0" y="0"/>
            <a:ext cx="2924434" cy="1144956"/>
          </a:xfrm>
          <a:custGeom>
            <a:rect b="b" l="l" r="r" t="t"/>
            <a:pathLst>
              <a:path extrusionOk="0" h="4069" w="10393">
                <a:moveTo>
                  <a:pt x="1" y="0"/>
                </a:moveTo>
                <a:lnTo>
                  <a:pt x="1" y="2147"/>
                </a:lnTo>
                <a:cubicBezTo>
                  <a:pt x="1283" y="2770"/>
                  <a:pt x="4105" y="4069"/>
                  <a:pt x="5549" y="4069"/>
                </a:cubicBezTo>
                <a:cubicBezTo>
                  <a:pt x="5789" y="4069"/>
                  <a:pt x="5991" y="4033"/>
                  <a:pt x="6142" y="3952"/>
                </a:cubicBezTo>
                <a:cubicBezTo>
                  <a:pt x="7488" y="3226"/>
                  <a:pt x="5693" y="182"/>
                  <a:pt x="6868" y="118"/>
                </a:cubicBezTo>
                <a:cubicBezTo>
                  <a:pt x="6884" y="117"/>
                  <a:pt x="6900" y="117"/>
                  <a:pt x="6916" y="117"/>
                </a:cubicBezTo>
                <a:cubicBezTo>
                  <a:pt x="7983" y="117"/>
                  <a:pt x="8866" y="1753"/>
                  <a:pt x="9668" y="1753"/>
                </a:cubicBezTo>
                <a:cubicBezTo>
                  <a:pt x="9732" y="1753"/>
                  <a:pt x="9795" y="1743"/>
                  <a:pt x="9859" y="1720"/>
                </a:cubicBezTo>
                <a:cubicBezTo>
                  <a:pt x="10393" y="1528"/>
                  <a:pt x="10212" y="662"/>
                  <a:pt x="101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>
            <a:off x="4888126" y="0"/>
            <a:ext cx="4255880" cy="2343529"/>
          </a:xfrm>
          <a:custGeom>
            <a:rect b="b" l="l" r="r" t="t"/>
            <a:pathLst>
              <a:path extrusionOk="0" h="7288" w="13235">
                <a:moveTo>
                  <a:pt x="0" y="0"/>
                </a:moveTo>
                <a:cubicBezTo>
                  <a:pt x="744" y="852"/>
                  <a:pt x="2515" y="2586"/>
                  <a:pt x="4780" y="2586"/>
                </a:cubicBezTo>
                <a:cubicBezTo>
                  <a:pt x="4957" y="2586"/>
                  <a:pt x="5137" y="2576"/>
                  <a:pt x="5319" y="2553"/>
                </a:cubicBezTo>
                <a:cubicBezTo>
                  <a:pt x="7444" y="2289"/>
                  <a:pt x="9223" y="1574"/>
                  <a:pt x="10455" y="1574"/>
                </a:cubicBezTo>
                <a:cubicBezTo>
                  <a:pt x="11113" y="1574"/>
                  <a:pt x="11615" y="1778"/>
                  <a:pt x="11931" y="2361"/>
                </a:cubicBezTo>
                <a:cubicBezTo>
                  <a:pt x="12839" y="4038"/>
                  <a:pt x="11343" y="7156"/>
                  <a:pt x="12978" y="7285"/>
                </a:cubicBezTo>
                <a:cubicBezTo>
                  <a:pt x="12993" y="7287"/>
                  <a:pt x="13009" y="7288"/>
                  <a:pt x="13024" y="7288"/>
                </a:cubicBezTo>
                <a:cubicBezTo>
                  <a:pt x="13094" y="7288"/>
                  <a:pt x="13164" y="7268"/>
                  <a:pt x="13234" y="7242"/>
                </a:cubicBezTo>
                <a:lnTo>
                  <a:pt x="1323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3807376" y="4360684"/>
            <a:ext cx="1608227" cy="778039"/>
          </a:xfrm>
          <a:custGeom>
            <a:rect b="b" l="l" r="r" t="t"/>
            <a:pathLst>
              <a:path extrusionOk="0" h="2707" w="5865">
                <a:moveTo>
                  <a:pt x="2605" y="1"/>
                </a:moveTo>
                <a:cubicBezTo>
                  <a:pt x="1421" y="1"/>
                  <a:pt x="755" y="1721"/>
                  <a:pt x="129" y="2568"/>
                </a:cubicBezTo>
                <a:cubicBezTo>
                  <a:pt x="86" y="2611"/>
                  <a:pt x="43" y="2664"/>
                  <a:pt x="1" y="2707"/>
                </a:cubicBezTo>
                <a:lnTo>
                  <a:pt x="5864" y="2707"/>
                </a:lnTo>
                <a:cubicBezTo>
                  <a:pt x="4978" y="1938"/>
                  <a:pt x="4358" y="656"/>
                  <a:pt x="3215" y="143"/>
                </a:cubicBezTo>
                <a:cubicBezTo>
                  <a:pt x="2997" y="45"/>
                  <a:pt x="2795" y="1"/>
                  <a:pt x="26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0" y="4248016"/>
            <a:ext cx="3347799" cy="890707"/>
          </a:xfrm>
          <a:custGeom>
            <a:rect b="b" l="l" r="r" t="t"/>
            <a:pathLst>
              <a:path extrusionOk="0" h="3099" w="12209">
                <a:moveTo>
                  <a:pt x="6332" y="0"/>
                </a:moveTo>
                <a:cubicBezTo>
                  <a:pt x="4270" y="0"/>
                  <a:pt x="1769" y="858"/>
                  <a:pt x="1" y="1593"/>
                </a:cubicBezTo>
                <a:lnTo>
                  <a:pt x="1" y="3099"/>
                </a:lnTo>
                <a:lnTo>
                  <a:pt x="12208" y="3099"/>
                </a:lnTo>
                <a:cubicBezTo>
                  <a:pt x="11418" y="2714"/>
                  <a:pt x="10371" y="1935"/>
                  <a:pt x="8940" y="760"/>
                </a:cubicBezTo>
                <a:cubicBezTo>
                  <a:pt x="8276" y="213"/>
                  <a:pt x="7359" y="0"/>
                  <a:pt x="63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5697850" y="3760275"/>
            <a:ext cx="3446155" cy="1378454"/>
          </a:xfrm>
          <a:custGeom>
            <a:rect b="b" l="l" r="r" t="t"/>
            <a:pathLst>
              <a:path extrusionOk="0" h="4796" w="11622">
                <a:moveTo>
                  <a:pt x="3676" y="0"/>
                </a:moveTo>
                <a:cubicBezTo>
                  <a:pt x="923" y="0"/>
                  <a:pt x="695" y="3396"/>
                  <a:pt x="0" y="4796"/>
                </a:cubicBezTo>
                <a:lnTo>
                  <a:pt x="11621" y="4796"/>
                </a:lnTo>
                <a:lnTo>
                  <a:pt x="11621" y="2382"/>
                </a:lnTo>
                <a:cubicBezTo>
                  <a:pt x="9944" y="1677"/>
                  <a:pt x="7712" y="940"/>
                  <a:pt x="4796" y="160"/>
                </a:cubicBezTo>
                <a:cubicBezTo>
                  <a:pt x="4382" y="50"/>
                  <a:pt x="4010" y="0"/>
                  <a:pt x="36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5"/>
          <p:cNvSpPr/>
          <p:nvPr/>
        </p:nvSpPr>
        <p:spPr>
          <a:xfrm>
            <a:off x="0" y="0"/>
            <a:ext cx="1917920" cy="1664674"/>
          </a:xfrm>
          <a:custGeom>
            <a:rect b="b" l="l" r="r" t="t"/>
            <a:pathLst>
              <a:path extrusionOk="0" h="5916" w="6816">
                <a:moveTo>
                  <a:pt x="1" y="0"/>
                </a:moveTo>
                <a:lnTo>
                  <a:pt x="1" y="5597"/>
                </a:lnTo>
                <a:cubicBezTo>
                  <a:pt x="220" y="5784"/>
                  <a:pt x="427" y="5916"/>
                  <a:pt x="641" y="5916"/>
                </a:cubicBezTo>
                <a:cubicBezTo>
                  <a:pt x="708" y="5916"/>
                  <a:pt x="775" y="5903"/>
                  <a:pt x="844" y="5875"/>
                </a:cubicBezTo>
                <a:cubicBezTo>
                  <a:pt x="1816" y="5469"/>
                  <a:pt x="407" y="3109"/>
                  <a:pt x="1207" y="2361"/>
                </a:cubicBezTo>
                <a:cubicBezTo>
                  <a:pt x="1391" y="2190"/>
                  <a:pt x="1600" y="2125"/>
                  <a:pt x="1829" y="2125"/>
                </a:cubicBezTo>
                <a:cubicBezTo>
                  <a:pt x="2536" y="2125"/>
                  <a:pt x="3436" y="2738"/>
                  <a:pt x="4414" y="2738"/>
                </a:cubicBezTo>
                <a:cubicBezTo>
                  <a:pt x="4942" y="2738"/>
                  <a:pt x="5492" y="2559"/>
                  <a:pt x="6046" y="2008"/>
                </a:cubicBezTo>
                <a:cubicBezTo>
                  <a:pt x="6633" y="1421"/>
                  <a:pt x="6815" y="705"/>
                  <a:pt x="67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27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4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/>
          <p:nvPr/>
        </p:nvSpPr>
        <p:spPr>
          <a:xfrm>
            <a:off x="263219" y="1498888"/>
            <a:ext cx="8213700" cy="21924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6772942" y="4673209"/>
            <a:ext cx="2057400" cy="273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25" name="Google Shape;325;p36"/>
          <p:cNvSpPr txBox="1"/>
          <p:nvPr>
            <p:ph type="ctrTitle"/>
          </p:nvPr>
        </p:nvSpPr>
        <p:spPr>
          <a:xfrm flipH="1">
            <a:off x="2267119" y="1953315"/>
            <a:ext cx="19797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36"/>
          <p:cNvSpPr txBox="1"/>
          <p:nvPr>
            <p:ph idx="1" type="subTitle"/>
          </p:nvPr>
        </p:nvSpPr>
        <p:spPr>
          <a:xfrm flipH="1">
            <a:off x="4493231" y="2384065"/>
            <a:ext cx="23835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327" name="Google Shape;327;p36"/>
          <p:cNvCxnSpPr/>
          <p:nvPr/>
        </p:nvCxnSpPr>
        <p:spPr>
          <a:xfrm>
            <a:off x="4370063" y="2151234"/>
            <a:ext cx="0" cy="887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6"/>
          <p:cNvSpPr/>
          <p:nvPr/>
        </p:nvSpPr>
        <p:spPr>
          <a:xfrm rot="10800000">
            <a:off x="2410401" y="2397"/>
            <a:ext cx="6733599" cy="2148840"/>
          </a:xfrm>
          <a:custGeom>
            <a:rect b="b" l="l" r="r" t="t"/>
            <a:pathLst>
              <a:path extrusionOk="0" h="7151" w="23488">
                <a:moveTo>
                  <a:pt x="4309" y="0"/>
                </a:moveTo>
                <a:cubicBezTo>
                  <a:pt x="3860" y="0"/>
                  <a:pt x="3401" y="111"/>
                  <a:pt x="2937" y="369"/>
                </a:cubicBezTo>
                <a:cubicBezTo>
                  <a:pt x="716" y="1608"/>
                  <a:pt x="331" y="2249"/>
                  <a:pt x="1" y="2270"/>
                </a:cubicBezTo>
                <a:lnTo>
                  <a:pt x="1" y="7151"/>
                </a:lnTo>
                <a:lnTo>
                  <a:pt x="23487" y="7151"/>
                </a:lnTo>
                <a:lnTo>
                  <a:pt x="22986" y="6040"/>
                </a:lnTo>
                <a:cubicBezTo>
                  <a:pt x="22986" y="6040"/>
                  <a:pt x="22583" y="6740"/>
                  <a:pt x="21847" y="6740"/>
                </a:cubicBezTo>
                <a:cubicBezTo>
                  <a:pt x="21511" y="6740"/>
                  <a:pt x="21105" y="6594"/>
                  <a:pt x="20636" y="6168"/>
                </a:cubicBezTo>
                <a:cubicBezTo>
                  <a:pt x="19503" y="5133"/>
                  <a:pt x="17832" y="2884"/>
                  <a:pt x="15899" y="2884"/>
                </a:cubicBezTo>
                <a:cubicBezTo>
                  <a:pt x="15280" y="2884"/>
                  <a:pt x="14635" y="3115"/>
                  <a:pt x="13971" y="3690"/>
                </a:cubicBezTo>
                <a:cubicBezTo>
                  <a:pt x="12757" y="4748"/>
                  <a:pt x="11936" y="5109"/>
                  <a:pt x="11324" y="5109"/>
                </a:cubicBezTo>
                <a:cubicBezTo>
                  <a:pt x="10559" y="5109"/>
                  <a:pt x="10120" y="4544"/>
                  <a:pt x="9645" y="4075"/>
                </a:cubicBezTo>
                <a:cubicBezTo>
                  <a:pt x="8931" y="3361"/>
                  <a:pt x="6779" y="0"/>
                  <a:pt x="43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6"/>
          <p:cNvSpPr/>
          <p:nvPr/>
        </p:nvSpPr>
        <p:spPr>
          <a:xfrm rot="10800000">
            <a:off x="5292458" y="3633192"/>
            <a:ext cx="3851542" cy="1507921"/>
          </a:xfrm>
          <a:custGeom>
            <a:rect b="b" l="l" r="r" t="t"/>
            <a:pathLst>
              <a:path extrusionOk="0" h="4069" w="10393">
                <a:moveTo>
                  <a:pt x="1" y="0"/>
                </a:moveTo>
                <a:lnTo>
                  <a:pt x="1" y="2147"/>
                </a:lnTo>
                <a:cubicBezTo>
                  <a:pt x="1283" y="2770"/>
                  <a:pt x="4105" y="4069"/>
                  <a:pt x="5549" y="4069"/>
                </a:cubicBezTo>
                <a:cubicBezTo>
                  <a:pt x="5789" y="4069"/>
                  <a:pt x="5991" y="4033"/>
                  <a:pt x="6142" y="3952"/>
                </a:cubicBezTo>
                <a:cubicBezTo>
                  <a:pt x="7488" y="3226"/>
                  <a:pt x="5693" y="182"/>
                  <a:pt x="6868" y="118"/>
                </a:cubicBezTo>
                <a:cubicBezTo>
                  <a:pt x="6884" y="117"/>
                  <a:pt x="6900" y="117"/>
                  <a:pt x="6916" y="117"/>
                </a:cubicBezTo>
                <a:cubicBezTo>
                  <a:pt x="7983" y="117"/>
                  <a:pt x="8866" y="1753"/>
                  <a:pt x="9668" y="1753"/>
                </a:cubicBezTo>
                <a:cubicBezTo>
                  <a:pt x="9732" y="1753"/>
                  <a:pt x="9795" y="1743"/>
                  <a:pt x="9859" y="1720"/>
                </a:cubicBezTo>
                <a:cubicBezTo>
                  <a:pt x="10393" y="1528"/>
                  <a:pt x="10212" y="662"/>
                  <a:pt x="101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6"/>
          <p:cNvSpPr/>
          <p:nvPr/>
        </p:nvSpPr>
        <p:spPr>
          <a:xfrm rot="10800000">
            <a:off x="-1" y="2302581"/>
            <a:ext cx="5154801" cy="2838530"/>
          </a:xfrm>
          <a:custGeom>
            <a:rect b="b" l="l" r="r" t="t"/>
            <a:pathLst>
              <a:path extrusionOk="0" h="7288" w="13235">
                <a:moveTo>
                  <a:pt x="0" y="0"/>
                </a:moveTo>
                <a:cubicBezTo>
                  <a:pt x="744" y="852"/>
                  <a:pt x="2515" y="2586"/>
                  <a:pt x="4780" y="2586"/>
                </a:cubicBezTo>
                <a:cubicBezTo>
                  <a:pt x="4957" y="2586"/>
                  <a:pt x="5137" y="2576"/>
                  <a:pt x="5319" y="2553"/>
                </a:cubicBezTo>
                <a:cubicBezTo>
                  <a:pt x="7444" y="2289"/>
                  <a:pt x="9223" y="1574"/>
                  <a:pt x="10455" y="1574"/>
                </a:cubicBezTo>
                <a:cubicBezTo>
                  <a:pt x="11113" y="1574"/>
                  <a:pt x="11615" y="1778"/>
                  <a:pt x="11931" y="2361"/>
                </a:cubicBezTo>
                <a:cubicBezTo>
                  <a:pt x="12839" y="4038"/>
                  <a:pt x="11343" y="7156"/>
                  <a:pt x="12978" y="7285"/>
                </a:cubicBezTo>
                <a:cubicBezTo>
                  <a:pt x="12993" y="7287"/>
                  <a:pt x="13009" y="7288"/>
                  <a:pt x="13024" y="7288"/>
                </a:cubicBezTo>
                <a:cubicBezTo>
                  <a:pt x="13094" y="7288"/>
                  <a:pt x="13164" y="7268"/>
                  <a:pt x="13234" y="7242"/>
                </a:cubicBezTo>
                <a:lnTo>
                  <a:pt x="1323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6"/>
          <p:cNvSpPr/>
          <p:nvPr/>
        </p:nvSpPr>
        <p:spPr>
          <a:xfrm rot="10800000">
            <a:off x="3728402" y="2394"/>
            <a:ext cx="1608227" cy="778039"/>
          </a:xfrm>
          <a:custGeom>
            <a:rect b="b" l="l" r="r" t="t"/>
            <a:pathLst>
              <a:path extrusionOk="0" h="2707" w="5865">
                <a:moveTo>
                  <a:pt x="2605" y="1"/>
                </a:moveTo>
                <a:cubicBezTo>
                  <a:pt x="1421" y="1"/>
                  <a:pt x="755" y="1721"/>
                  <a:pt x="129" y="2568"/>
                </a:cubicBezTo>
                <a:cubicBezTo>
                  <a:pt x="86" y="2611"/>
                  <a:pt x="43" y="2664"/>
                  <a:pt x="1" y="2707"/>
                </a:cubicBezTo>
                <a:lnTo>
                  <a:pt x="5864" y="2707"/>
                </a:lnTo>
                <a:cubicBezTo>
                  <a:pt x="4978" y="1938"/>
                  <a:pt x="4358" y="656"/>
                  <a:pt x="3215" y="143"/>
                </a:cubicBezTo>
                <a:cubicBezTo>
                  <a:pt x="2997" y="45"/>
                  <a:pt x="2795" y="1"/>
                  <a:pt x="26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"/>
          <p:cNvSpPr/>
          <p:nvPr/>
        </p:nvSpPr>
        <p:spPr>
          <a:xfrm rot="10800000">
            <a:off x="5359881" y="2388"/>
            <a:ext cx="3784119" cy="1006803"/>
          </a:xfrm>
          <a:custGeom>
            <a:rect b="b" l="l" r="r" t="t"/>
            <a:pathLst>
              <a:path extrusionOk="0" h="3099" w="12209">
                <a:moveTo>
                  <a:pt x="6332" y="0"/>
                </a:moveTo>
                <a:cubicBezTo>
                  <a:pt x="4270" y="0"/>
                  <a:pt x="1769" y="858"/>
                  <a:pt x="1" y="1593"/>
                </a:cubicBezTo>
                <a:lnTo>
                  <a:pt x="1" y="3099"/>
                </a:lnTo>
                <a:lnTo>
                  <a:pt x="12208" y="3099"/>
                </a:lnTo>
                <a:cubicBezTo>
                  <a:pt x="11418" y="2714"/>
                  <a:pt x="10371" y="1935"/>
                  <a:pt x="8940" y="760"/>
                </a:cubicBezTo>
                <a:cubicBezTo>
                  <a:pt x="8276" y="213"/>
                  <a:pt x="7359" y="0"/>
                  <a:pt x="63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6"/>
          <p:cNvSpPr/>
          <p:nvPr/>
        </p:nvSpPr>
        <p:spPr>
          <a:xfrm rot="10800000">
            <a:off x="-3" y="2392"/>
            <a:ext cx="3918328" cy="1567321"/>
          </a:xfrm>
          <a:custGeom>
            <a:rect b="b" l="l" r="r" t="t"/>
            <a:pathLst>
              <a:path extrusionOk="0" h="4796" w="11622">
                <a:moveTo>
                  <a:pt x="3676" y="0"/>
                </a:moveTo>
                <a:cubicBezTo>
                  <a:pt x="923" y="0"/>
                  <a:pt x="695" y="3396"/>
                  <a:pt x="0" y="4796"/>
                </a:cubicBezTo>
                <a:lnTo>
                  <a:pt x="11621" y="4796"/>
                </a:lnTo>
                <a:lnTo>
                  <a:pt x="11621" y="2382"/>
                </a:lnTo>
                <a:cubicBezTo>
                  <a:pt x="9944" y="1677"/>
                  <a:pt x="7712" y="940"/>
                  <a:pt x="4796" y="160"/>
                </a:cubicBezTo>
                <a:cubicBezTo>
                  <a:pt x="4382" y="50"/>
                  <a:pt x="4010" y="0"/>
                  <a:pt x="36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6"/>
          <p:cNvSpPr/>
          <p:nvPr/>
        </p:nvSpPr>
        <p:spPr>
          <a:xfrm rot="10800000">
            <a:off x="6618059" y="2948717"/>
            <a:ext cx="2525941" cy="2192396"/>
          </a:xfrm>
          <a:custGeom>
            <a:rect b="b" l="l" r="r" t="t"/>
            <a:pathLst>
              <a:path extrusionOk="0" h="5916" w="6816">
                <a:moveTo>
                  <a:pt x="1" y="0"/>
                </a:moveTo>
                <a:lnTo>
                  <a:pt x="1" y="5597"/>
                </a:lnTo>
                <a:cubicBezTo>
                  <a:pt x="220" y="5784"/>
                  <a:pt x="427" y="5916"/>
                  <a:pt x="641" y="5916"/>
                </a:cubicBezTo>
                <a:cubicBezTo>
                  <a:pt x="708" y="5916"/>
                  <a:pt x="775" y="5903"/>
                  <a:pt x="844" y="5875"/>
                </a:cubicBezTo>
                <a:cubicBezTo>
                  <a:pt x="1816" y="5469"/>
                  <a:pt x="407" y="3109"/>
                  <a:pt x="1207" y="2361"/>
                </a:cubicBezTo>
                <a:cubicBezTo>
                  <a:pt x="1391" y="2190"/>
                  <a:pt x="1600" y="2125"/>
                  <a:pt x="1829" y="2125"/>
                </a:cubicBezTo>
                <a:cubicBezTo>
                  <a:pt x="2536" y="2125"/>
                  <a:pt x="3436" y="2738"/>
                  <a:pt x="4414" y="2738"/>
                </a:cubicBezTo>
                <a:cubicBezTo>
                  <a:pt x="4942" y="2738"/>
                  <a:pt x="5492" y="2559"/>
                  <a:pt x="6046" y="2008"/>
                </a:cubicBezTo>
                <a:cubicBezTo>
                  <a:pt x="6633" y="1421"/>
                  <a:pt x="6815" y="705"/>
                  <a:pt x="67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5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>
            <p:ph type="ctrTitle"/>
          </p:nvPr>
        </p:nvSpPr>
        <p:spPr>
          <a:xfrm flipH="1">
            <a:off x="59769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37" name="Google Shape;337;p37"/>
          <p:cNvSpPr/>
          <p:nvPr/>
        </p:nvSpPr>
        <p:spPr>
          <a:xfrm>
            <a:off x="777400" y="1455325"/>
            <a:ext cx="2422200" cy="3775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3597675" y="-74450"/>
            <a:ext cx="2422200" cy="4425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7"/>
          <p:cNvSpPr txBox="1"/>
          <p:nvPr>
            <p:ph idx="1" type="subTitle"/>
          </p:nvPr>
        </p:nvSpPr>
        <p:spPr>
          <a:xfrm flipH="1">
            <a:off x="825666" y="2286000"/>
            <a:ext cx="23256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2" type="subTitle"/>
          </p:nvPr>
        </p:nvSpPr>
        <p:spPr>
          <a:xfrm>
            <a:off x="922988" y="2567513"/>
            <a:ext cx="21309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1" name="Google Shape;341;p37"/>
          <p:cNvSpPr txBox="1"/>
          <p:nvPr>
            <p:ph idx="3" type="subTitle"/>
          </p:nvPr>
        </p:nvSpPr>
        <p:spPr>
          <a:xfrm flipH="1">
            <a:off x="3645938" y="2286000"/>
            <a:ext cx="23256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2" name="Google Shape;342;p37"/>
          <p:cNvSpPr txBox="1"/>
          <p:nvPr>
            <p:ph idx="4" type="subTitle"/>
          </p:nvPr>
        </p:nvSpPr>
        <p:spPr>
          <a:xfrm>
            <a:off x="3743190" y="2567513"/>
            <a:ext cx="21309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3" name="Google Shape;343;p37"/>
          <p:cNvSpPr/>
          <p:nvPr/>
        </p:nvSpPr>
        <p:spPr>
          <a:xfrm rot="10800000">
            <a:off x="2945906" y="-1824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/>
          <p:nvPr/>
        </p:nvSpPr>
        <p:spPr>
          <a:xfrm rot="10800000">
            <a:off x="0" y="-1825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"/>
          <p:cNvSpPr/>
          <p:nvPr/>
        </p:nvSpPr>
        <p:spPr>
          <a:xfrm rot="10800000">
            <a:off x="6" y="-1824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7"/>
          <p:cNvSpPr/>
          <p:nvPr/>
        </p:nvSpPr>
        <p:spPr>
          <a:xfrm rot="10800000">
            <a:off x="5" y="3647533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4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7"/>
          <p:cNvSpPr/>
          <p:nvPr/>
        </p:nvSpPr>
        <p:spPr>
          <a:xfrm rot="10800000">
            <a:off x="10" y="742546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6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/>
          <p:nvPr/>
        </p:nvSpPr>
        <p:spPr>
          <a:xfrm>
            <a:off x="768875" y="-54929"/>
            <a:ext cx="17892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2761550" y="1360646"/>
            <a:ext cx="17868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8"/>
          <p:cNvSpPr/>
          <p:nvPr/>
        </p:nvSpPr>
        <p:spPr>
          <a:xfrm>
            <a:off x="4758546" y="-54929"/>
            <a:ext cx="17619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8"/>
          <p:cNvSpPr txBox="1"/>
          <p:nvPr>
            <p:ph idx="1" type="subTitle"/>
          </p:nvPr>
        </p:nvSpPr>
        <p:spPr>
          <a:xfrm flipH="1">
            <a:off x="906049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3" name="Google Shape;353;p38"/>
          <p:cNvSpPr txBox="1"/>
          <p:nvPr>
            <p:ph idx="2" type="subTitle"/>
          </p:nvPr>
        </p:nvSpPr>
        <p:spPr>
          <a:xfrm>
            <a:off x="906244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4" name="Google Shape;354;p38"/>
          <p:cNvSpPr txBox="1"/>
          <p:nvPr>
            <p:ph idx="3" type="subTitle"/>
          </p:nvPr>
        </p:nvSpPr>
        <p:spPr>
          <a:xfrm flipH="1">
            <a:off x="2897617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97813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 flipH="1">
            <a:off x="4882125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subTitle"/>
          </p:nvPr>
        </p:nvSpPr>
        <p:spPr>
          <a:xfrm>
            <a:off x="4882322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8" name="Google Shape;358;p38"/>
          <p:cNvSpPr/>
          <p:nvPr/>
        </p:nvSpPr>
        <p:spPr>
          <a:xfrm flipH="1">
            <a:off x="3289156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8"/>
          <p:cNvSpPr/>
          <p:nvPr/>
        </p:nvSpPr>
        <p:spPr>
          <a:xfrm flipH="1">
            <a:off x="0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8"/>
          <p:cNvSpPr/>
          <p:nvPr/>
        </p:nvSpPr>
        <p:spPr>
          <a:xfrm flipH="1">
            <a:off x="6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032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"/>
          <p:cNvSpPr/>
          <p:nvPr/>
        </p:nvSpPr>
        <p:spPr>
          <a:xfrm flipH="1">
            <a:off x="5" y="-1825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8"/>
          <p:cNvSpPr/>
          <p:nvPr/>
        </p:nvSpPr>
        <p:spPr>
          <a:xfrm flipH="1">
            <a:off x="1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8"/>
          <p:cNvSpPr txBox="1"/>
          <p:nvPr>
            <p:ph type="ctrTitle"/>
          </p:nvPr>
        </p:nvSpPr>
        <p:spPr>
          <a:xfrm flipH="1">
            <a:off x="59769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INE + TITLE + SUBTITLE">
  <p:cSld name="2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type="ctrTitle"/>
          </p:nvPr>
        </p:nvSpPr>
        <p:spPr>
          <a:xfrm>
            <a:off x="4190296" y="1801293"/>
            <a:ext cx="2966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1" type="subTitle"/>
          </p:nvPr>
        </p:nvSpPr>
        <p:spPr>
          <a:xfrm>
            <a:off x="4769001" y="3394960"/>
            <a:ext cx="2388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8" name="Google Shape;368;p39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6804150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01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8182185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6780000" dist="1714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9"/>
          <p:cNvSpPr/>
          <p:nvPr/>
        </p:nvSpPr>
        <p:spPr>
          <a:xfrm>
            <a:off x="7417929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01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9"/>
          <p:cNvSpPr/>
          <p:nvPr/>
        </p:nvSpPr>
        <p:spPr>
          <a:xfrm>
            <a:off x="4678424" y="4546187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0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0" y="3075"/>
            <a:ext cx="1944089" cy="1397138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9"/>
          <p:cNvSpPr/>
          <p:nvPr/>
        </p:nvSpPr>
        <p:spPr>
          <a:xfrm>
            <a:off x="4926743" y="0"/>
            <a:ext cx="2319503" cy="682705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9"/>
          <p:cNvSpPr/>
          <p:nvPr/>
        </p:nvSpPr>
        <p:spPr>
          <a:xfrm>
            <a:off x="5913146" y="0"/>
            <a:ext cx="3226701" cy="1925135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1">
  <p:cSld name="3_Diapositiva de título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/>
          <p:nvPr/>
        </p:nvSpPr>
        <p:spPr>
          <a:xfrm>
            <a:off x="0" y="3475"/>
            <a:ext cx="9144000" cy="5136600"/>
          </a:xfrm>
          <a:prstGeom prst="rect">
            <a:avLst/>
          </a:prstGeom>
          <a:solidFill>
            <a:srgbClr val="FFFFFF">
              <a:alpha val="31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 txBox="1"/>
          <p:nvPr>
            <p:ph type="ctrTitle"/>
          </p:nvPr>
        </p:nvSpPr>
        <p:spPr>
          <a:xfrm>
            <a:off x="1079400" y="1222075"/>
            <a:ext cx="32871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0"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4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"/>
          <p:cNvSpPr/>
          <p:nvPr/>
        </p:nvSpPr>
        <p:spPr>
          <a:xfrm flipH="1">
            <a:off x="1028325" y="399713"/>
            <a:ext cx="7083900" cy="43440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382" name="Google Shape;382;p41"/>
          <p:cNvSpPr txBox="1"/>
          <p:nvPr>
            <p:ph type="ctrTitle"/>
          </p:nvPr>
        </p:nvSpPr>
        <p:spPr>
          <a:xfrm>
            <a:off x="1709636" y="1515646"/>
            <a:ext cx="57246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000"/>
              <a:buNone/>
              <a:defRPr b="0" sz="5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1" type="subTitle"/>
          </p:nvPr>
        </p:nvSpPr>
        <p:spPr>
          <a:xfrm>
            <a:off x="3206903" y="3227865"/>
            <a:ext cx="2724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384" name="Google Shape;384;p41"/>
          <p:cNvCxnSpPr/>
          <p:nvPr/>
        </p:nvCxnSpPr>
        <p:spPr>
          <a:xfrm rot="10800000">
            <a:off x="2962931" y="2914144"/>
            <a:ext cx="32124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p41"/>
          <p:cNvSpPr/>
          <p:nvPr/>
        </p:nvSpPr>
        <p:spPr>
          <a:xfrm>
            <a:off x="4863180" y="3041523"/>
            <a:ext cx="4277414" cy="2101968"/>
          </a:xfrm>
          <a:custGeom>
            <a:rect b="b" l="l" r="r" t="t"/>
            <a:pathLst>
              <a:path extrusionOk="0" h="8582" w="17464">
                <a:moveTo>
                  <a:pt x="16370" y="1"/>
                </a:moveTo>
                <a:cubicBezTo>
                  <a:pt x="15547" y="1"/>
                  <a:pt x="14791" y="341"/>
                  <a:pt x="14270" y="1361"/>
                </a:cubicBezTo>
                <a:cubicBezTo>
                  <a:pt x="13465" y="2920"/>
                  <a:pt x="12816" y="3336"/>
                  <a:pt x="12233" y="3336"/>
                </a:cubicBezTo>
                <a:cubicBezTo>
                  <a:pt x="11826" y="3336"/>
                  <a:pt x="11450" y="3132"/>
                  <a:pt x="11077" y="2974"/>
                </a:cubicBezTo>
                <a:cubicBezTo>
                  <a:pt x="10441" y="2702"/>
                  <a:pt x="8470" y="1319"/>
                  <a:pt x="6737" y="1319"/>
                </a:cubicBezTo>
                <a:cubicBezTo>
                  <a:pt x="6024" y="1319"/>
                  <a:pt x="5351" y="1553"/>
                  <a:pt x="4828" y="2194"/>
                </a:cubicBezTo>
                <a:cubicBezTo>
                  <a:pt x="3349" y="4029"/>
                  <a:pt x="3405" y="4562"/>
                  <a:pt x="3059" y="4562"/>
                </a:cubicBezTo>
                <a:cubicBezTo>
                  <a:pt x="2988" y="4562"/>
                  <a:pt x="2899" y="4539"/>
                  <a:pt x="2777" y="4501"/>
                </a:cubicBezTo>
                <a:cubicBezTo>
                  <a:pt x="2423" y="4385"/>
                  <a:pt x="1922" y="4163"/>
                  <a:pt x="1460" y="4163"/>
                </a:cubicBezTo>
                <a:cubicBezTo>
                  <a:pt x="991" y="4163"/>
                  <a:pt x="563" y="4393"/>
                  <a:pt x="375" y="5196"/>
                </a:cubicBezTo>
                <a:cubicBezTo>
                  <a:pt x="0" y="6787"/>
                  <a:pt x="1870" y="7257"/>
                  <a:pt x="1870" y="7257"/>
                </a:cubicBezTo>
                <a:lnTo>
                  <a:pt x="5822" y="7919"/>
                </a:lnTo>
                <a:lnTo>
                  <a:pt x="10094" y="7257"/>
                </a:lnTo>
                <a:lnTo>
                  <a:pt x="11376" y="8581"/>
                </a:lnTo>
                <a:lnTo>
                  <a:pt x="17464" y="8581"/>
                </a:lnTo>
                <a:lnTo>
                  <a:pt x="17464" y="165"/>
                </a:lnTo>
                <a:cubicBezTo>
                  <a:pt x="17096" y="65"/>
                  <a:pt x="16726" y="1"/>
                  <a:pt x="1637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85738" rotWithShape="0" algn="bl" dir="834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1"/>
          <p:cNvSpPr/>
          <p:nvPr/>
        </p:nvSpPr>
        <p:spPr>
          <a:xfrm>
            <a:off x="5004272" y="0"/>
            <a:ext cx="2307201" cy="716694"/>
          </a:xfrm>
          <a:custGeom>
            <a:rect b="b" l="l" r="r" t="t"/>
            <a:pathLst>
              <a:path extrusionOk="0" h="1072" w="3451">
                <a:moveTo>
                  <a:pt x="128" y="1"/>
                </a:moveTo>
                <a:cubicBezTo>
                  <a:pt x="0" y="300"/>
                  <a:pt x="21" y="599"/>
                  <a:pt x="278" y="877"/>
                </a:cubicBezTo>
                <a:cubicBezTo>
                  <a:pt x="404" y="1013"/>
                  <a:pt x="581" y="1072"/>
                  <a:pt x="797" y="1072"/>
                </a:cubicBezTo>
                <a:cubicBezTo>
                  <a:pt x="1455" y="1072"/>
                  <a:pt x="2468" y="524"/>
                  <a:pt x="3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"/>
          <p:cNvSpPr/>
          <p:nvPr/>
        </p:nvSpPr>
        <p:spPr>
          <a:xfrm>
            <a:off x="7527484" y="0"/>
            <a:ext cx="1613116" cy="3240912"/>
          </a:xfrm>
          <a:custGeom>
            <a:rect b="b" l="l" r="r" t="t"/>
            <a:pathLst>
              <a:path extrusionOk="0" h="9272" w="4615">
                <a:moveTo>
                  <a:pt x="2372" y="1"/>
                </a:moveTo>
                <a:cubicBezTo>
                  <a:pt x="2105" y="1090"/>
                  <a:pt x="1" y="1902"/>
                  <a:pt x="374" y="3280"/>
                </a:cubicBezTo>
                <a:cubicBezTo>
                  <a:pt x="759" y="4690"/>
                  <a:pt x="2062" y="4209"/>
                  <a:pt x="2916" y="5609"/>
                </a:cubicBezTo>
                <a:cubicBezTo>
                  <a:pt x="3632" y="6794"/>
                  <a:pt x="3248" y="8225"/>
                  <a:pt x="4615" y="9272"/>
                </a:cubicBezTo>
                <a:lnTo>
                  <a:pt x="4615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"/>
          <p:cNvSpPr/>
          <p:nvPr/>
        </p:nvSpPr>
        <p:spPr>
          <a:xfrm>
            <a:off x="1360333" y="4515993"/>
            <a:ext cx="1365716" cy="627504"/>
          </a:xfrm>
          <a:custGeom>
            <a:rect b="b" l="l" r="r" t="t"/>
            <a:pathLst>
              <a:path extrusionOk="0" h="2562" w="5576">
                <a:moveTo>
                  <a:pt x="3087" y="0"/>
                </a:moveTo>
                <a:cubicBezTo>
                  <a:pt x="2895" y="0"/>
                  <a:pt x="2689" y="46"/>
                  <a:pt x="2467" y="147"/>
                </a:cubicBezTo>
                <a:cubicBezTo>
                  <a:pt x="1399" y="628"/>
                  <a:pt x="791" y="1782"/>
                  <a:pt x="1" y="2561"/>
                </a:cubicBezTo>
                <a:lnTo>
                  <a:pt x="5576" y="2561"/>
                </a:lnTo>
                <a:lnTo>
                  <a:pt x="5565" y="2551"/>
                </a:lnTo>
                <a:cubicBezTo>
                  <a:pt x="4932" y="1706"/>
                  <a:pt x="4266" y="0"/>
                  <a:pt x="308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1788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"/>
          <p:cNvSpPr/>
          <p:nvPr/>
        </p:nvSpPr>
        <p:spPr>
          <a:xfrm>
            <a:off x="-11145" y="4049649"/>
            <a:ext cx="703922" cy="1093846"/>
          </a:xfrm>
          <a:custGeom>
            <a:rect b="b" l="l" r="r" t="t"/>
            <a:pathLst>
              <a:path extrusionOk="0" h="4466" w="2874">
                <a:moveTo>
                  <a:pt x="0" y="1"/>
                </a:moveTo>
                <a:lnTo>
                  <a:pt x="0" y="4465"/>
                </a:lnTo>
                <a:lnTo>
                  <a:pt x="2874" y="4465"/>
                </a:lnTo>
                <a:cubicBezTo>
                  <a:pt x="2297" y="3152"/>
                  <a:pt x="1977" y="556"/>
                  <a:pt x="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1"/>
          <p:cNvSpPr/>
          <p:nvPr/>
        </p:nvSpPr>
        <p:spPr>
          <a:xfrm>
            <a:off x="4083572" y="4223548"/>
            <a:ext cx="4136336" cy="919948"/>
          </a:xfrm>
          <a:custGeom>
            <a:rect b="b" l="l" r="r" t="t"/>
            <a:pathLst>
              <a:path extrusionOk="0" h="3756" w="16888">
                <a:moveTo>
                  <a:pt x="7399" y="1"/>
                </a:moveTo>
                <a:cubicBezTo>
                  <a:pt x="5849" y="1"/>
                  <a:pt x="4332" y="422"/>
                  <a:pt x="3013" y="1523"/>
                </a:cubicBezTo>
                <a:cubicBezTo>
                  <a:pt x="1731" y="2591"/>
                  <a:pt x="759" y="3339"/>
                  <a:pt x="1" y="3755"/>
                </a:cubicBezTo>
                <a:lnTo>
                  <a:pt x="16887" y="3755"/>
                </a:lnTo>
                <a:cubicBezTo>
                  <a:pt x="15103" y="2478"/>
                  <a:pt x="11156" y="1"/>
                  <a:pt x="739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85738" rotWithShape="0" algn="bl" dir="1746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/>
          <p:nvPr/>
        </p:nvSpPr>
        <p:spPr>
          <a:xfrm>
            <a:off x="-11145" y="1446793"/>
            <a:ext cx="902803" cy="2503649"/>
          </a:xfrm>
          <a:custGeom>
            <a:rect b="b" l="l" r="r" t="t"/>
            <a:pathLst>
              <a:path extrusionOk="0" h="10222" w="3686">
                <a:moveTo>
                  <a:pt x="0" y="1"/>
                </a:moveTo>
                <a:lnTo>
                  <a:pt x="0" y="10222"/>
                </a:lnTo>
                <a:cubicBezTo>
                  <a:pt x="1251" y="9421"/>
                  <a:pt x="3012" y="9955"/>
                  <a:pt x="3237" y="9101"/>
                </a:cubicBezTo>
                <a:cubicBezTo>
                  <a:pt x="3515" y="8086"/>
                  <a:pt x="781" y="7765"/>
                  <a:pt x="674" y="6676"/>
                </a:cubicBezTo>
                <a:cubicBezTo>
                  <a:pt x="534" y="5244"/>
                  <a:pt x="3686" y="5309"/>
                  <a:pt x="3344" y="2628"/>
                </a:cubicBezTo>
                <a:cubicBezTo>
                  <a:pt x="3119" y="844"/>
                  <a:pt x="1229" y="225"/>
                  <a:pt x="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1"/>
          <p:cNvSpPr/>
          <p:nvPr/>
        </p:nvSpPr>
        <p:spPr>
          <a:xfrm>
            <a:off x="-123558" y="0"/>
            <a:ext cx="3404969" cy="2815414"/>
          </a:xfrm>
          <a:custGeom>
            <a:rect b="b" l="l" r="r" t="t"/>
            <a:pathLst>
              <a:path extrusionOk="0" h="9742" w="11782">
                <a:moveTo>
                  <a:pt x="459" y="1"/>
                </a:moveTo>
                <a:lnTo>
                  <a:pt x="459" y="9742"/>
                </a:lnTo>
                <a:cubicBezTo>
                  <a:pt x="823" y="9699"/>
                  <a:pt x="1100" y="9603"/>
                  <a:pt x="1271" y="9454"/>
                </a:cubicBezTo>
                <a:cubicBezTo>
                  <a:pt x="2425" y="8439"/>
                  <a:pt x="1" y="5886"/>
                  <a:pt x="1133" y="5555"/>
                </a:cubicBezTo>
                <a:cubicBezTo>
                  <a:pt x="1262" y="5518"/>
                  <a:pt x="1409" y="5502"/>
                  <a:pt x="1569" y="5502"/>
                </a:cubicBezTo>
                <a:cubicBezTo>
                  <a:pt x="2574" y="5502"/>
                  <a:pt x="4088" y="6129"/>
                  <a:pt x="4990" y="6129"/>
                </a:cubicBezTo>
                <a:cubicBezTo>
                  <a:pt x="5197" y="6129"/>
                  <a:pt x="5372" y="6096"/>
                  <a:pt x="5501" y="6014"/>
                </a:cubicBezTo>
                <a:cubicBezTo>
                  <a:pt x="6782" y="5192"/>
                  <a:pt x="4764" y="3120"/>
                  <a:pt x="5159" y="2426"/>
                </a:cubicBezTo>
                <a:cubicBezTo>
                  <a:pt x="6078" y="812"/>
                  <a:pt x="10041" y="2180"/>
                  <a:pt x="11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">
  <p:cSld name="7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/>
          <p:nvPr>
            <p:ph idx="1" type="subTitle"/>
          </p:nvPr>
        </p:nvSpPr>
        <p:spPr>
          <a:xfrm flipH="1">
            <a:off x="2143975" y="2211365"/>
            <a:ext cx="4601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Squada One"/>
              <a:buNone/>
              <a:defRPr sz="4500">
                <a:solidFill>
                  <a:schemeClr val="accent6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quada One"/>
              <a:buNone/>
              <a:defRPr sz="15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quada One"/>
              <a:buNone/>
              <a:defRPr sz="14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cxnSp>
        <p:nvCxnSpPr>
          <p:cNvPr id="395" name="Google Shape;395;p42"/>
          <p:cNvCxnSpPr/>
          <p:nvPr/>
        </p:nvCxnSpPr>
        <p:spPr>
          <a:xfrm rot="10800000">
            <a:off x="7500" y="2336600"/>
            <a:ext cx="26814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42"/>
          <p:cNvSpPr txBox="1"/>
          <p:nvPr>
            <p:ph idx="2" type="subTitle"/>
          </p:nvPr>
        </p:nvSpPr>
        <p:spPr>
          <a:xfrm flipH="1">
            <a:off x="5434825" y="2646968"/>
            <a:ext cx="23835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7" name="Google Shape;397;p42"/>
          <p:cNvSpPr/>
          <p:nvPr/>
        </p:nvSpPr>
        <p:spPr>
          <a:xfrm flipH="1">
            <a:off x="11646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5780000" dist="381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2"/>
          <p:cNvSpPr/>
          <p:nvPr/>
        </p:nvSpPr>
        <p:spPr>
          <a:xfrm flipH="1">
            <a:off x="11641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4080000" dist="2000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2"/>
          <p:cNvSpPr/>
          <p:nvPr/>
        </p:nvSpPr>
        <p:spPr>
          <a:xfrm flipH="1">
            <a:off x="7500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888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2"/>
          <p:cNvSpPr/>
          <p:nvPr/>
        </p:nvSpPr>
        <p:spPr>
          <a:xfrm flipH="1">
            <a:off x="1817695" y="4620312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2"/>
          <p:cNvSpPr/>
          <p:nvPr/>
        </p:nvSpPr>
        <p:spPr>
          <a:xfrm flipH="1">
            <a:off x="8500049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/>
          <p:nvPr/>
        </p:nvSpPr>
        <p:spPr>
          <a:xfrm flipH="1">
            <a:off x="5395676" y="0"/>
            <a:ext cx="3748328" cy="2693771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2"/>
          <p:cNvSpPr/>
          <p:nvPr/>
        </p:nvSpPr>
        <p:spPr>
          <a:xfrm flipH="1">
            <a:off x="2585009" y="0"/>
            <a:ext cx="3161332" cy="930483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2"/>
          <p:cNvSpPr/>
          <p:nvPr/>
        </p:nvSpPr>
        <p:spPr>
          <a:xfrm flipH="1">
            <a:off x="11653" y="0"/>
            <a:ext cx="4397784" cy="2623834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2"/>
          <p:cNvSpPr txBox="1"/>
          <p:nvPr>
            <p:ph hasCustomPrompt="1" type="title"/>
          </p:nvPr>
        </p:nvSpPr>
        <p:spPr>
          <a:xfrm>
            <a:off x="2143975" y="1562675"/>
            <a:ext cx="15297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b="0" sz="45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 1">
  <p:cSld name="7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idx="1" type="subTitle"/>
          </p:nvPr>
        </p:nvSpPr>
        <p:spPr>
          <a:xfrm>
            <a:off x="3217225" y="2211365"/>
            <a:ext cx="4601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Squada One"/>
              <a:buNone/>
              <a:defRPr sz="4500">
                <a:solidFill>
                  <a:schemeClr val="accent6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quada One"/>
              <a:buNone/>
              <a:defRPr sz="15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quada One"/>
              <a:buNone/>
              <a:defRPr sz="14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08" name="Google Shape;408;p43"/>
          <p:cNvSpPr txBox="1"/>
          <p:nvPr>
            <p:ph idx="2" type="subTitle"/>
          </p:nvPr>
        </p:nvSpPr>
        <p:spPr>
          <a:xfrm>
            <a:off x="2143975" y="2646968"/>
            <a:ext cx="23835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9" name="Google Shape;409;p43"/>
          <p:cNvSpPr/>
          <p:nvPr/>
        </p:nvSpPr>
        <p:spPr>
          <a:xfrm flipH="1">
            <a:off x="4146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5780000" dist="381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3"/>
          <p:cNvSpPr/>
          <p:nvPr/>
        </p:nvSpPr>
        <p:spPr>
          <a:xfrm flipH="1">
            <a:off x="4141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4080000" dist="2000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3"/>
          <p:cNvSpPr/>
          <p:nvPr/>
        </p:nvSpPr>
        <p:spPr>
          <a:xfrm flipH="1">
            <a:off x="0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888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3"/>
          <p:cNvSpPr/>
          <p:nvPr/>
        </p:nvSpPr>
        <p:spPr>
          <a:xfrm flipH="1">
            <a:off x="1817695" y="4620312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/>
          <p:nvPr/>
        </p:nvSpPr>
        <p:spPr>
          <a:xfrm flipH="1">
            <a:off x="8500049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3"/>
          <p:cNvSpPr/>
          <p:nvPr/>
        </p:nvSpPr>
        <p:spPr>
          <a:xfrm flipH="1">
            <a:off x="5395676" y="0"/>
            <a:ext cx="3748328" cy="2693771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 flipH="1">
            <a:off x="2585009" y="0"/>
            <a:ext cx="3161332" cy="930483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3"/>
          <p:cNvSpPr/>
          <p:nvPr/>
        </p:nvSpPr>
        <p:spPr>
          <a:xfrm flipH="1">
            <a:off x="4153" y="0"/>
            <a:ext cx="4397784" cy="2623834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43"/>
          <p:cNvCxnSpPr/>
          <p:nvPr/>
        </p:nvCxnSpPr>
        <p:spPr>
          <a:xfrm rot="10800000">
            <a:off x="8007675" y="0"/>
            <a:ext cx="0" cy="30945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8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/>
          <p:nvPr/>
        </p:nvSpPr>
        <p:spPr>
          <a:xfrm flipH="1">
            <a:off x="7145715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4"/>
          <p:cNvSpPr/>
          <p:nvPr/>
        </p:nvSpPr>
        <p:spPr>
          <a:xfrm flipH="1">
            <a:off x="4165774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 flipH="1">
            <a:off x="6122600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"/>
          <p:cNvSpPr txBox="1"/>
          <p:nvPr>
            <p:ph type="ctrTitle"/>
          </p:nvPr>
        </p:nvSpPr>
        <p:spPr>
          <a:xfrm flipH="1">
            <a:off x="60531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10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25" name="Google Shape;425;p45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5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5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5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1">
  <p:cSld name="10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1" name="Google Shape;431;p46"/>
          <p:cNvSpPr/>
          <p:nvPr/>
        </p:nvSpPr>
        <p:spPr>
          <a:xfrm>
            <a:off x="3059250" y="-123570"/>
            <a:ext cx="17892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6"/>
          <p:cNvSpPr/>
          <p:nvPr/>
        </p:nvSpPr>
        <p:spPr>
          <a:xfrm>
            <a:off x="4991939" y="-123570"/>
            <a:ext cx="17868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6"/>
          <p:cNvSpPr/>
          <p:nvPr/>
        </p:nvSpPr>
        <p:spPr>
          <a:xfrm>
            <a:off x="6937646" y="-123570"/>
            <a:ext cx="17619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6"/>
          <p:cNvSpPr/>
          <p:nvPr/>
        </p:nvSpPr>
        <p:spPr>
          <a:xfrm>
            <a:off x="3059250" y="2710354"/>
            <a:ext cx="17892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6"/>
          <p:cNvSpPr/>
          <p:nvPr/>
        </p:nvSpPr>
        <p:spPr>
          <a:xfrm>
            <a:off x="4991939" y="2710354"/>
            <a:ext cx="17868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6"/>
          <p:cNvSpPr/>
          <p:nvPr/>
        </p:nvSpPr>
        <p:spPr>
          <a:xfrm>
            <a:off x="6937646" y="2710354"/>
            <a:ext cx="17619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6"/>
          <p:cNvSpPr txBox="1"/>
          <p:nvPr>
            <p:ph idx="1" type="subTitle"/>
          </p:nvPr>
        </p:nvSpPr>
        <p:spPr>
          <a:xfrm flipH="1">
            <a:off x="3059251" y="152727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38" name="Google Shape;438;p46"/>
          <p:cNvSpPr txBox="1"/>
          <p:nvPr>
            <p:ph idx="2" type="subTitle"/>
          </p:nvPr>
        </p:nvSpPr>
        <p:spPr>
          <a:xfrm>
            <a:off x="3244987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9" name="Google Shape;439;p46"/>
          <p:cNvSpPr txBox="1"/>
          <p:nvPr>
            <p:ph idx="3" type="subTitle"/>
          </p:nvPr>
        </p:nvSpPr>
        <p:spPr>
          <a:xfrm flipH="1">
            <a:off x="5005238" y="1527275"/>
            <a:ext cx="17619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40" name="Google Shape;440;p46"/>
          <p:cNvSpPr txBox="1"/>
          <p:nvPr>
            <p:ph idx="4" type="subTitle"/>
          </p:nvPr>
        </p:nvSpPr>
        <p:spPr>
          <a:xfrm>
            <a:off x="5177372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1" name="Google Shape;441;p46"/>
          <p:cNvSpPr txBox="1"/>
          <p:nvPr>
            <p:ph idx="5" type="subTitle"/>
          </p:nvPr>
        </p:nvSpPr>
        <p:spPr>
          <a:xfrm flipH="1">
            <a:off x="6923988" y="152727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42" name="Google Shape;442;p46"/>
          <p:cNvSpPr txBox="1"/>
          <p:nvPr>
            <p:ph idx="6" type="subTitle"/>
          </p:nvPr>
        </p:nvSpPr>
        <p:spPr>
          <a:xfrm>
            <a:off x="7109775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3" name="Google Shape;443;p46"/>
          <p:cNvSpPr txBox="1"/>
          <p:nvPr>
            <p:ph idx="7" type="subTitle"/>
          </p:nvPr>
        </p:nvSpPr>
        <p:spPr>
          <a:xfrm flipH="1">
            <a:off x="3059201" y="35372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44" name="Google Shape;444;p46"/>
          <p:cNvSpPr txBox="1"/>
          <p:nvPr>
            <p:ph idx="8" type="subTitle"/>
          </p:nvPr>
        </p:nvSpPr>
        <p:spPr>
          <a:xfrm>
            <a:off x="3244987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5" name="Google Shape;445;p46"/>
          <p:cNvSpPr txBox="1"/>
          <p:nvPr>
            <p:ph idx="9" type="subTitle"/>
          </p:nvPr>
        </p:nvSpPr>
        <p:spPr>
          <a:xfrm flipH="1">
            <a:off x="4991588" y="35372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46" name="Google Shape;446;p46"/>
          <p:cNvSpPr txBox="1"/>
          <p:nvPr>
            <p:ph idx="13" type="subTitle"/>
          </p:nvPr>
        </p:nvSpPr>
        <p:spPr>
          <a:xfrm>
            <a:off x="5177372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7" name="Google Shape;447;p46"/>
          <p:cNvSpPr txBox="1"/>
          <p:nvPr>
            <p:ph idx="14" type="subTitle"/>
          </p:nvPr>
        </p:nvSpPr>
        <p:spPr>
          <a:xfrm flipH="1">
            <a:off x="6925188" y="3537225"/>
            <a:ext cx="17868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48" name="Google Shape;448;p46"/>
          <p:cNvSpPr txBox="1"/>
          <p:nvPr>
            <p:ph idx="15" type="subTitle"/>
          </p:nvPr>
        </p:nvSpPr>
        <p:spPr>
          <a:xfrm>
            <a:off x="7109775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9" name="Google Shape;449;p46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6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6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2">
  <p:cSld name="9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/>
          <p:nvPr/>
        </p:nvSpPr>
        <p:spPr>
          <a:xfrm>
            <a:off x="2914150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4835821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7"/>
          <p:cNvSpPr/>
          <p:nvPr/>
        </p:nvSpPr>
        <p:spPr>
          <a:xfrm>
            <a:off x="6757492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7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7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7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0" name="Google Shape;460;p47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7"/>
          <p:cNvSpPr/>
          <p:nvPr/>
        </p:nvSpPr>
        <p:spPr>
          <a:xfrm flipH="1">
            <a:off x="6835494" y="2521126"/>
            <a:ext cx="2308508" cy="2622377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7"/>
          <p:cNvSpPr/>
          <p:nvPr/>
        </p:nvSpPr>
        <p:spPr>
          <a:xfrm flipH="1">
            <a:off x="4168262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7"/>
          <p:cNvSpPr txBox="1"/>
          <p:nvPr>
            <p:ph idx="1" type="subTitle"/>
          </p:nvPr>
        </p:nvSpPr>
        <p:spPr>
          <a:xfrm flipH="1">
            <a:off x="2903426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64" name="Google Shape;464;p47"/>
          <p:cNvSpPr txBox="1"/>
          <p:nvPr>
            <p:ph idx="2" type="subTitle"/>
          </p:nvPr>
        </p:nvSpPr>
        <p:spPr>
          <a:xfrm>
            <a:off x="3048262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5" name="Google Shape;465;p47"/>
          <p:cNvSpPr txBox="1"/>
          <p:nvPr>
            <p:ph idx="3" type="subTitle"/>
          </p:nvPr>
        </p:nvSpPr>
        <p:spPr>
          <a:xfrm flipH="1">
            <a:off x="4835822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66" name="Google Shape;466;p47"/>
          <p:cNvSpPr txBox="1"/>
          <p:nvPr>
            <p:ph idx="4" type="subTitle"/>
          </p:nvPr>
        </p:nvSpPr>
        <p:spPr>
          <a:xfrm>
            <a:off x="4980647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7" name="Google Shape;467;p47"/>
          <p:cNvSpPr txBox="1"/>
          <p:nvPr>
            <p:ph idx="5" type="subTitle"/>
          </p:nvPr>
        </p:nvSpPr>
        <p:spPr>
          <a:xfrm flipH="1">
            <a:off x="6768213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68" name="Google Shape;468;p47"/>
          <p:cNvSpPr txBox="1"/>
          <p:nvPr>
            <p:ph idx="6" type="subTitle"/>
          </p:nvPr>
        </p:nvSpPr>
        <p:spPr>
          <a:xfrm>
            <a:off x="6913050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1">
  <p:cSld name="1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"/>
          <p:cNvSpPr/>
          <p:nvPr/>
        </p:nvSpPr>
        <p:spPr>
          <a:xfrm>
            <a:off x="607254" y="-74450"/>
            <a:ext cx="2347500" cy="531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8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72" name="Google Shape;472;p48"/>
          <p:cNvSpPr txBox="1"/>
          <p:nvPr>
            <p:ph type="ctrTitle"/>
          </p:nvPr>
        </p:nvSpPr>
        <p:spPr>
          <a:xfrm flipH="1">
            <a:off x="799804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3" name="Google Shape;473;p48"/>
          <p:cNvSpPr txBox="1"/>
          <p:nvPr>
            <p:ph idx="1" type="subTitle"/>
          </p:nvPr>
        </p:nvSpPr>
        <p:spPr>
          <a:xfrm>
            <a:off x="799804" y="3330788"/>
            <a:ext cx="18330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4" name="Google Shape;474;p48"/>
          <p:cNvSpPr/>
          <p:nvPr/>
        </p:nvSpPr>
        <p:spPr>
          <a:xfrm>
            <a:off x="4125313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8"/>
          <p:cNvSpPr/>
          <p:nvPr/>
        </p:nvSpPr>
        <p:spPr>
          <a:xfrm>
            <a:off x="6438617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978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>
            <a:off x="7063950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386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8"/>
          <p:cNvSpPr/>
          <p:nvPr/>
        </p:nvSpPr>
        <p:spPr>
          <a:xfrm>
            <a:off x="6969648" y="0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4920000" dist="1047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8"/>
          <p:cNvSpPr/>
          <p:nvPr/>
        </p:nvSpPr>
        <p:spPr>
          <a:xfrm>
            <a:off x="755824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80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2">
  <p:cSld name="11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9"/>
          <p:cNvSpPr/>
          <p:nvPr/>
        </p:nvSpPr>
        <p:spPr>
          <a:xfrm>
            <a:off x="6033625" y="-46375"/>
            <a:ext cx="2347500" cy="52854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9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82" name="Google Shape;482;p49"/>
          <p:cNvSpPr txBox="1"/>
          <p:nvPr>
            <p:ph type="ctrTitle"/>
          </p:nvPr>
        </p:nvSpPr>
        <p:spPr>
          <a:xfrm flipH="1">
            <a:off x="5881688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3" name="Google Shape;483;p49"/>
          <p:cNvSpPr txBox="1"/>
          <p:nvPr>
            <p:ph idx="1" type="subTitle"/>
          </p:nvPr>
        </p:nvSpPr>
        <p:spPr>
          <a:xfrm>
            <a:off x="6357113" y="3330788"/>
            <a:ext cx="18330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4" name="Google Shape;484;p49"/>
          <p:cNvSpPr/>
          <p:nvPr/>
        </p:nvSpPr>
        <p:spPr>
          <a:xfrm flipH="1">
            <a:off x="3289156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9"/>
          <p:cNvSpPr/>
          <p:nvPr/>
        </p:nvSpPr>
        <p:spPr>
          <a:xfrm flipH="1">
            <a:off x="0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9"/>
          <p:cNvSpPr/>
          <p:nvPr/>
        </p:nvSpPr>
        <p:spPr>
          <a:xfrm flipH="1">
            <a:off x="6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032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9"/>
          <p:cNvSpPr/>
          <p:nvPr/>
        </p:nvSpPr>
        <p:spPr>
          <a:xfrm flipH="1">
            <a:off x="5" y="-1825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9"/>
          <p:cNvSpPr/>
          <p:nvPr/>
        </p:nvSpPr>
        <p:spPr>
          <a:xfrm flipH="1">
            <a:off x="1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7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3300"/>
              <a:buFont typeface="Squada One"/>
              <a:buNone/>
              <a:defRPr b="1" i="0" sz="3300" u="none" cap="none" strike="noStrike">
                <a:solidFill>
                  <a:srgbClr val="071B55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9pPr>
          </a:lstStyle>
          <a:p/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57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Regular"/>
              <a:buChar char="•"/>
              <a:defRPr i="0" sz="900" u="none" cap="none" strike="noStrike">
                <a:solidFill>
                  <a:srgbClr val="071B55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2" name="Google Shape;492;p5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93" name="Google Shape;493;p51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3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Nunito Sans Black"/>
              <a:buNone/>
            </a:pPr>
            <a:r>
              <a:rPr lang="es-ES" sz="5400"/>
              <a:t>Bonjour tout le monde</a:t>
            </a:r>
            <a:endParaRPr b="0" sz="5400"/>
          </a:p>
        </p:txBody>
      </p:sp>
      <p:sp>
        <p:nvSpPr>
          <p:cNvPr id="500" name="Google Shape;500;p53"/>
          <p:cNvSpPr txBox="1"/>
          <p:nvPr>
            <p:ph idx="1" type="subTitle"/>
          </p:nvPr>
        </p:nvSpPr>
        <p:spPr>
          <a:xfrm>
            <a:off x="2728325" y="2812500"/>
            <a:ext cx="3643500" cy="38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600"/>
              <a:t>J’Ted Hackathon 2021</a:t>
            </a:r>
            <a:endParaRPr sz="16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600"/>
              <a:t>Team Almaz vous présente</a:t>
            </a:r>
            <a:endParaRPr sz="16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>
            <p:ph type="ctrTitle"/>
          </p:nvPr>
        </p:nvSpPr>
        <p:spPr>
          <a:xfrm>
            <a:off x="906439" y="178448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s-ES"/>
              <a:t>Almaaz</a:t>
            </a:r>
            <a:endParaRPr b="0"/>
          </a:p>
        </p:txBody>
      </p:sp>
      <p:sp>
        <p:nvSpPr>
          <p:cNvPr id="506" name="Google Shape;506;p54"/>
          <p:cNvSpPr txBox="1"/>
          <p:nvPr>
            <p:ph idx="1" type="subTitle"/>
          </p:nvPr>
        </p:nvSpPr>
        <p:spPr>
          <a:xfrm>
            <a:off x="2758511" y="2885086"/>
            <a:ext cx="2930400" cy="38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Tournez la roue et gagnez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 txBox="1"/>
          <p:nvPr>
            <p:ph idx="1" type="subTitle"/>
          </p:nvPr>
        </p:nvSpPr>
        <p:spPr>
          <a:xfrm flipH="1">
            <a:off x="2340065" y="1389124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Présentation</a:t>
            </a:r>
            <a:r>
              <a:rPr lang="es-ES"/>
              <a:t> globale du projet</a:t>
            </a:r>
            <a:endParaRPr/>
          </a:p>
        </p:txBody>
      </p:sp>
      <p:sp>
        <p:nvSpPr>
          <p:cNvPr id="512" name="Google Shape;512;p55"/>
          <p:cNvSpPr txBox="1"/>
          <p:nvPr>
            <p:ph idx="2" type="subTitle"/>
          </p:nvPr>
        </p:nvSpPr>
        <p:spPr>
          <a:xfrm flipH="1">
            <a:off x="2406290" y="2099648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Te</a:t>
            </a:r>
            <a:r>
              <a:rPr lang="es-ES"/>
              <a:t>chnologies utilises</a:t>
            </a:r>
            <a:endParaRPr/>
          </a:p>
        </p:txBody>
      </p:sp>
      <p:sp>
        <p:nvSpPr>
          <p:cNvPr id="513" name="Google Shape;513;p55"/>
          <p:cNvSpPr txBox="1"/>
          <p:nvPr>
            <p:ph idx="3" type="subTitle"/>
          </p:nvPr>
        </p:nvSpPr>
        <p:spPr>
          <a:xfrm flipH="1">
            <a:off x="2406290" y="281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I</a:t>
            </a:r>
            <a:r>
              <a:rPr lang="es-ES"/>
              <a:t>nnovations</a:t>
            </a:r>
            <a:endParaRPr/>
          </a:p>
        </p:txBody>
      </p:sp>
      <p:sp>
        <p:nvSpPr>
          <p:cNvPr id="514" name="Google Shape;514;p55"/>
          <p:cNvSpPr txBox="1"/>
          <p:nvPr>
            <p:ph type="ctrTitle"/>
          </p:nvPr>
        </p:nvSpPr>
        <p:spPr>
          <a:xfrm>
            <a:off x="6052873" y="2105374"/>
            <a:ext cx="2135700" cy="946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T</a:t>
            </a:r>
            <a:r>
              <a:rPr lang="es-ES"/>
              <a:t>able</a:t>
            </a:r>
            <a:r>
              <a:rPr b="0" lang="es-ES"/>
              <a:t> </a:t>
            </a:r>
            <a:r>
              <a:rPr lang="es-ES"/>
              <a:t>des contenues</a:t>
            </a:r>
            <a:endParaRPr b="0"/>
          </a:p>
        </p:txBody>
      </p:sp>
      <p:sp>
        <p:nvSpPr>
          <p:cNvPr id="515" name="Google Shape;515;p55"/>
          <p:cNvSpPr txBox="1"/>
          <p:nvPr>
            <p:ph idx="7" type="title"/>
          </p:nvPr>
        </p:nvSpPr>
        <p:spPr>
          <a:xfrm>
            <a:off x="1109465" y="1624139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01</a:t>
            </a:r>
            <a:endParaRPr b="0"/>
          </a:p>
        </p:txBody>
      </p:sp>
      <p:sp>
        <p:nvSpPr>
          <p:cNvPr id="516" name="Google Shape;516;p55"/>
          <p:cNvSpPr txBox="1"/>
          <p:nvPr>
            <p:ph idx="8" type="title"/>
          </p:nvPr>
        </p:nvSpPr>
        <p:spPr>
          <a:xfrm>
            <a:off x="1109465" y="2340911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02</a:t>
            </a:r>
            <a:endParaRPr b="0"/>
          </a:p>
        </p:txBody>
      </p:sp>
      <p:sp>
        <p:nvSpPr>
          <p:cNvPr id="517" name="Google Shape;517;p55"/>
          <p:cNvSpPr txBox="1"/>
          <p:nvPr>
            <p:ph idx="9" type="title"/>
          </p:nvPr>
        </p:nvSpPr>
        <p:spPr>
          <a:xfrm>
            <a:off x="1109465" y="306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03</a:t>
            </a:r>
            <a:endParaRPr b="0"/>
          </a:p>
        </p:txBody>
      </p:sp>
      <p:sp>
        <p:nvSpPr>
          <p:cNvPr id="518" name="Google Shape;518;p55"/>
          <p:cNvSpPr txBox="1"/>
          <p:nvPr>
            <p:ph idx="15" type="title"/>
          </p:nvPr>
        </p:nvSpPr>
        <p:spPr>
          <a:xfrm>
            <a:off x="1109465" y="383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04</a:t>
            </a:r>
            <a:endParaRPr b="0"/>
          </a:p>
        </p:txBody>
      </p:sp>
      <p:sp>
        <p:nvSpPr>
          <p:cNvPr id="519" name="Google Shape;519;p55"/>
          <p:cNvSpPr txBox="1"/>
          <p:nvPr>
            <p:ph idx="13" type="subTitle"/>
          </p:nvPr>
        </p:nvSpPr>
        <p:spPr>
          <a:xfrm flipH="1">
            <a:off x="2406290" y="358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D</a:t>
            </a:r>
            <a:r>
              <a:rPr lang="es-ES"/>
              <a:t>escription</a:t>
            </a:r>
            <a:r>
              <a:rPr lang="es-ES" sz="1200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/>
              <a:t>des pages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 txBox="1"/>
          <p:nvPr>
            <p:ph type="ctrTitle"/>
          </p:nvPr>
        </p:nvSpPr>
        <p:spPr>
          <a:xfrm>
            <a:off x="2817979" y="3233952"/>
            <a:ext cx="35082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700">
                <a:solidFill>
                  <a:srgbClr val="DCDDDE"/>
                </a:solidFill>
              </a:rPr>
              <a:t>Présentation globale du projet</a:t>
            </a:r>
            <a:endParaRPr sz="3700"/>
          </a:p>
        </p:txBody>
      </p:sp>
      <p:sp>
        <p:nvSpPr>
          <p:cNvPr id="525" name="Google Shape;525;p56"/>
          <p:cNvSpPr txBox="1"/>
          <p:nvPr>
            <p:ph idx="2" type="ctrTitle"/>
          </p:nvPr>
        </p:nvSpPr>
        <p:spPr>
          <a:xfrm>
            <a:off x="2817979" y="1982075"/>
            <a:ext cx="35082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01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/>
          <p:nvPr>
            <p:ph type="ctrTitle"/>
          </p:nvPr>
        </p:nvSpPr>
        <p:spPr>
          <a:xfrm flipH="1">
            <a:off x="1892675" y="1950950"/>
            <a:ext cx="23046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 Black"/>
              <a:buNone/>
            </a:pPr>
            <a:r>
              <a:rPr lang="es-ES" sz="1900">
                <a:solidFill>
                  <a:srgbClr val="DCDDDE"/>
                </a:solidFill>
              </a:rPr>
              <a:t>Présentation</a:t>
            </a:r>
            <a:r>
              <a:rPr lang="es-ES" sz="1900">
                <a:solidFill>
                  <a:srgbClr val="DCDDDE"/>
                </a:solidFill>
              </a:rPr>
              <a:t> globale du proje</a:t>
            </a:r>
            <a:r>
              <a:rPr lang="es-ES" sz="1200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531" name="Google Shape;531;p57"/>
          <p:cNvSpPr txBox="1"/>
          <p:nvPr>
            <p:ph idx="1" type="subTitle"/>
          </p:nvPr>
        </p:nvSpPr>
        <p:spPr>
          <a:xfrm>
            <a:off x="4588200" y="1326525"/>
            <a:ext cx="3628200" cy="2682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. Le projet consiste à trouver une solution pour permettre de gagner des lots par un jeu de la roue, cette solution est </a:t>
            </a: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sous forme</a:t>
            </a: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 d'une roue que les participants peuvent faire tourner </a:t>
            </a:r>
            <a:endParaRPr>
              <a:solidFill>
                <a:srgbClr val="DCDD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. une solution sous forme d'un dashboard dédié à l'administrateur ,pour lui permettre de manipuler les comptes des utilisateurs , les chances des gains pour chaque lot, et les cadeaux saisie.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8"/>
          <p:cNvSpPr txBox="1"/>
          <p:nvPr>
            <p:ph idx="1" type="subTitle"/>
          </p:nvPr>
        </p:nvSpPr>
        <p:spPr>
          <a:xfrm flipH="1">
            <a:off x="2143950" y="2211375"/>
            <a:ext cx="2897400" cy="7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4300">
                <a:solidFill>
                  <a:srgbClr val="DCDDDE"/>
                </a:solidFill>
              </a:rPr>
              <a:t>Technologies utilisées</a:t>
            </a:r>
            <a:endParaRPr sz="4300"/>
          </a:p>
        </p:txBody>
      </p:sp>
      <p:sp>
        <p:nvSpPr>
          <p:cNvPr id="537" name="Google Shape;537;p58"/>
          <p:cNvSpPr txBox="1"/>
          <p:nvPr>
            <p:ph type="title"/>
          </p:nvPr>
        </p:nvSpPr>
        <p:spPr>
          <a:xfrm>
            <a:off x="2143975" y="1562675"/>
            <a:ext cx="15297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/>
          <p:nvPr>
            <p:ph idx="1" type="subTitle"/>
          </p:nvPr>
        </p:nvSpPr>
        <p:spPr>
          <a:xfrm flipH="1">
            <a:off x="3059251" y="19219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3000"/>
              <a:t>Adobe XD</a:t>
            </a:r>
            <a:endParaRPr sz="3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543" name="Google Shape;543;p59"/>
          <p:cNvSpPr txBox="1"/>
          <p:nvPr>
            <p:ph idx="3" type="subTitle"/>
          </p:nvPr>
        </p:nvSpPr>
        <p:spPr>
          <a:xfrm flipH="1">
            <a:off x="5005238" y="1921925"/>
            <a:ext cx="17619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2500"/>
              <a:t>HTML5</a:t>
            </a:r>
            <a:endParaRPr sz="25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544" name="Google Shape;544;p59"/>
          <p:cNvSpPr txBox="1"/>
          <p:nvPr>
            <p:ph idx="5" type="subTitle"/>
          </p:nvPr>
        </p:nvSpPr>
        <p:spPr>
          <a:xfrm flipH="1">
            <a:off x="6923913" y="19219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2500"/>
              <a:t>CSS3</a:t>
            </a:r>
            <a:endParaRPr sz="25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545" name="Google Shape;545;p59"/>
          <p:cNvSpPr txBox="1"/>
          <p:nvPr>
            <p:ph idx="7" type="subTitle"/>
          </p:nvPr>
        </p:nvSpPr>
        <p:spPr>
          <a:xfrm flipH="1">
            <a:off x="3059251" y="4057600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2900"/>
              <a:t>JavaScript</a:t>
            </a:r>
            <a:endParaRPr sz="29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546" name="Google Shape;54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925" y="944350"/>
            <a:ext cx="639850" cy="6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675" y="944350"/>
            <a:ext cx="639850" cy="6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199" y="944349"/>
            <a:ext cx="639849" cy="63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1911" y="3120373"/>
            <a:ext cx="563875" cy="5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0"/>
          <p:cNvSpPr txBox="1"/>
          <p:nvPr>
            <p:ph idx="4294967295" type="subTitle"/>
          </p:nvPr>
        </p:nvSpPr>
        <p:spPr>
          <a:xfrm flipH="1">
            <a:off x="4645631" y="2534077"/>
            <a:ext cx="2383500" cy="38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03</a:t>
            </a:r>
            <a:endParaRPr/>
          </a:p>
        </p:txBody>
      </p:sp>
      <p:sp>
        <p:nvSpPr>
          <p:cNvPr id="555" name="Google Shape;555;p60"/>
          <p:cNvSpPr txBox="1"/>
          <p:nvPr>
            <p:ph type="ctrTitle"/>
          </p:nvPr>
        </p:nvSpPr>
        <p:spPr>
          <a:xfrm>
            <a:off x="-6" y="24920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/>
              <a:t>Innovations</a:t>
            </a:r>
            <a:endParaRPr b="0" sz="4000"/>
          </a:p>
        </p:txBody>
      </p:sp>
      <p:sp>
        <p:nvSpPr>
          <p:cNvPr id="556" name="Google Shape;556;p60"/>
          <p:cNvSpPr txBox="1"/>
          <p:nvPr>
            <p:ph idx="2" type="ctrTitle"/>
          </p:nvPr>
        </p:nvSpPr>
        <p:spPr>
          <a:xfrm>
            <a:off x="2393097" y="1850875"/>
            <a:ext cx="43578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03</a:t>
            </a:r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1"/>
          <p:cNvSpPr txBox="1"/>
          <p:nvPr>
            <p:ph type="title"/>
          </p:nvPr>
        </p:nvSpPr>
        <p:spPr>
          <a:xfrm>
            <a:off x="2326050" y="2801800"/>
            <a:ext cx="44919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00">
                <a:solidFill>
                  <a:srgbClr val="DCDDDE"/>
                </a:solidFill>
              </a:rPr>
              <a:t>Créer un bouton dédié l'administrateur pour lui permettre de manipuler le pourcentage de gain pour chaque lot</a:t>
            </a:r>
            <a:endParaRPr sz="6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2"/>
          <p:cNvSpPr txBox="1"/>
          <p:nvPr>
            <p:ph idx="1" type="subTitle"/>
          </p:nvPr>
        </p:nvSpPr>
        <p:spPr>
          <a:xfrm flipH="1">
            <a:off x="2143975" y="2542725"/>
            <a:ext cx="2767500" cy="7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Description des pages</a:t>
            </a:r>
            <a:endParaRPr b="0"/>
          </a:p>
        </p:txBody>
      </p:sp>
      <p:sp>
        <p:nvSpPr>
          <p:cNvPr id="567" name="Google Shape;567;p62"/>
          <p:cNvSpPr txBox="1"/>
          <p:nvPr>
            <p:ph type="title"/>
          </p:nvPr>
        </p:nvSpPr>
        <p:spPr>
          <a:xfrm>
            <a:off x="2143975" y="1562675"/>
            <a:ext cx="15297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04</a:t>
            </a:r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3"/>
          <p:cNvSpPr txBox="1"/>
          <p:nvPr>
            <p:ph type="ctrTitle"/>
          </p:nvPr>
        </p:nvSpPr>
        <p:spPr>
          <a:xfrm flipH="1">
            <a:off x="791926" y="285775"/>
            <a:ext cx="16287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2800"/>
              <a:t>Home Page</a:t>
            </a:r>
            <a:endParaRPr sz="2800">
              <a:solidFill>
                <a:srgbClr val="FFFFFF"/>
              </a:solidFill>
            </a:endParaRPr>
          </a:p>
        </p:txBody>
      </p:sp>
      <p:sp>
        <p:nvSpPr>
          <p:cNvPr id="573" name="Google Shape;573;p63"/>
          <p:cNvSpPr txBox="1"/>
          <p:nvPr>
            <p:ph idx="1" type="subTitle"/>
          </p:nvPr>
        </p:nvSpPr>
        <p:spPr>
          <a:xfrm>
            <a:off x="791925" y="2636625"/>
            <a:ext cx="19254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Vous trouverez à droite un formulaire que l'utilisateur doit remplir avant de tourner la roue qui se situe à gauche de la page.</a:t>
            </a:r>
            <a:endParaRPr/>
          </a:p>
        </p:txBody>
      </p:sp>
      <p:pic>
        <p:nvPicPr>
          <p:cNvPr id="574" name="Google Shape;574;p63"/>
          <p:cNvPicPr preferRelativeResize="0"/>
          <p:nvPr/>
        </p:nvPicPr>
        <p:blipFill rotWithShape="1">
          <a:blip r:embed="rId3">
            <a:alphaModFix/>
          </a:blip>
          <a:srcRect b="21813" l="0" r="0" t="0"/>
          <a:stretch/>
        </p:blipFill>
        <p:spPr>
          <a:xfrm>
            <a:off x="3682796" y="1035376"/>
            <a:ext cx="3958329" cy="2411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5" name="Google Shape;575;p63"/>
          <p:cNvGrpSpPr/>
          <p:nvPr/>
        </p:nvGrpSpPr>
        <p:grpSpPr>
          <a:xfrm>
            <a:off x="3528456" y="893490"/>
            <a:ext cx="4256011" cy="3241558"/>
            <a:chOff x="3804623" y="931514"/>
            <a:chExt cx="4311631" cy="3283920"/>
          </a:xfrm>
        </p:grpSpPr>
        <p:cxnSp>
          <p:nvCxnSpPr>
            <p:cNvPr id="576" name="Google Shape;576;p63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77" name="Google Shape;577;p63"/>
            <p:cNvGrpSpPr/>
            <p:nvPr/>
          </p:nvGrpSpPr>
          <p:grpSpPr>
            <a:xfrm>
              <a:off x="3804623" y="931514"/>
              <a:ext cx="4311631" cy="3283920"/>
              <a:chOff x="3420275" y="729475"/>
              <a:chExt cx="4831500" cy="3679875"/>
            </a:xfrm>
          </p:grpSpPr>
          <p:sp>
            <p:nvSpPr>
              <p:cNvPr id="578" name="Google Shape;578;p63"/>
              <p:cNvSpPr/>
              <p:nvPr/>
            </p:nvSpPr>
            <p:spPr>
              <a:xfrm>
                <a:off x="3586250" y="883825"/>
                <a:ext cx="4503600" cy="2746200"/>
              </a:xfrm>
              <a:prstGeom prst="rect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63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rect b="b" l="l" r="r" t="t"/>
                <a:pathLst>
                  <a:path extrusionOk="0" h="24926" w="65999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80" name="Google Shape;580;p63"/>
              <p:cNvSpPr/>
              <p:nvPr/>
            </p:nvSpPr>
            <p:spPr>
              <a:xfrm>
                <a:off x="3420275" y="729475"/>
                <a:ext cx="4831500" cy="3056700"/>
              </a:xfrm>
              <a:prstGeom prst="roundRect">
                <a:avLst>
                  <a:gd fmla="val 3857" name="adj"/>
                </a:avLst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81" name="Google Shape;581;p63"/>
          <p:cNvPicPr preferRelativeResize="0"/>
          <p:nvPr/>
        </p:nvPicPr>
        <p:blipFill rotWithShape="1">
          <a:blip r:embed="rId4">
            <a:alphaModFix/>
          </a:blip>
          <a:srcRect b="-8975" l="-13197" r="-4741" t="-8963"/>
          <a:stretch/>
        </p:blipFill>
        <p:spPr>
          <a:xfrm>
            <a:off x="2774875" y="-57475"/>
            <a:ext cx="56391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4"/>
          <p:cNvSpPr txBox="1"/>
          <p:nvPr>
            <p:ph type="ctrTitle"/>
          </p:nvPr>
        </p:nvSpPr>
        <p:spPr>
          <a:xfrm flipH="1">
            <a:off x="6598550" y="609200"/>
            <a:ext cx="1591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s-ES" sz="2900"/>
              <a:t>Admin Dashboard Page</a:t>
            </a:r>
            <a:endParaRPr b="0" sz="2900">
              <a:solidFill>
                <a:srgbClr val="FFFFFF"/>
              </a:solidFill>
            </a:endParaRPr>
          </a:p>
        </p:txBody>
      </p:sp>
      <p:sp>
        <p:nvSpPr>
          <p:cNvPr id="587" name="Google Shape;587;p64"/>
          <p:cNvSpPr txBox="1"/>
          <p:nvPr>
            <p:ph idx="1" type="subTitle"/>
          </p:nvPr>
        </p:nvSpPr>
        <p:spPr>
          <a:xfrm>
            <a:off x="6249351" y="3054700"/>
            <a:ext cx="1940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Cette page contient les colonnes que l'admin doit remplir et un bouton pour </a:t>
            </a:r>
            <a:r>
              <a:rPr lang="es-ES">
                <a:solidFill>
                  <a:srgbClr val="DCDDDE"/>
                </a:solidFill>
                <a:latin typeface="Arial"/>
                <a:ea typeface="Arial"/>
                <a:cs typeface="Arial"/>
                <a:sym typeface="Arial"/>
              </a:rPr>
              <a:t>éditer</a:t>
            </a:r>
            <a:endParaRPr>
              <a:solidFill>
                <a:srgbClr val="DCDD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CDD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64"/>
          <p:cNvGrpSpPr/>
          <p:nvPr/>
        </p:nvGrpSpPr>
        <p:grpSpPr>
          <a:xfrm>
            <a:off x="637706" y="1120440"/>
            <a:ext cx="4256011" cy="3241558"/>
            <a:chOff x="3804623" y="931514"/>
            <a:chExt cx="4311631" cy="3283920"/>
          </a:xfrm>
        </p:grpSpPr>
        <p:cxnSp>
          <p:nvCxnSpPr>
            <p:cNvPr id="589" name="Google Shape;589;p64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90" name="Google Shape;590;p64"/>
            <p:cNvGrpSpPr/>
            <p:nvPr/>
          </p:nvGrpSpPr>
          <p:grpSpPr>
            <a:xfrm>
              <a:off x="3804623" y="931514"/>
              <a:ext cx="4311631" cy="3283920"/>
              <a:chOff x="3420275" y="729475"/>
              <a:chExt cx="4831500" cy="3679875"/>
            </a:xfrm>
          </p:grpSpPr>
          <p:sp>
            <p:nvSpPr>
              <p:cNvPr id="591" name="Google Shape;591;p64"/>
              <p:cNvSpPr/>
              <p:nvPr/>
            </p:nvSpPr>
            <p:spPr>
              <a:xfrm>
                <a:off x="3586250" y="883825"/>
                <a:ext cx="4503600" cy="2746200"/>
              </a:xfrm>
              <a:prstGeom prst="rect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64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rect b="b" l="l" r="r" t="t"/>
                <a:pathLst>
                  <a:path extrusionOk="0" h="24926" w="65999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93" name="Google Shape;593;p64"/>
              <p:cNvSpPr/>
              <p:nvPr/>
            </p:nvSpPr>
            <p:spPr>
              <a:xfrm>
                <a:off x="3420275" y="729475"/>
                <a:ext cx="4831500" cy="3056700"/>
              </a:xfrm>
              <a:prstGeom prst="roundRect">
                <a:avLst>
                  <a:gd fmla="val 3857" name="adj"/>
                </a:avLst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594" name="Google Shape;594;p64"/>
          <p:cNvPicPr preferRelativeResize="0"/>
          <p:nvPr/>
        </p:nvPicPr>
        <p:blipFill rotWithShape="1">
          <a:blip r:embed="rId3">
            <a:alphaModFix/>
          </a:blip>
          <a:srcRect b="0" l="24842" r="25291" t="0"/>
          <a:stretch/>
        </p:blipFill>
        <p:spPr>
          <a:xfrm>
            <a:off x="561500" y="476250"/>
            <a:ext cx="4559726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 txBox="1"/>
          <p:nvPr>
            <p:ph idx="4294967295" type="title"/>
          </p:nvPr>
        </p:nvSpPr>
        <p:spPr>
          <a:xfrm>
            <a:off x="789900" y="1691349"/>
            <a:ext cx="7564200" cy="27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Toute 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l'équipe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 d’ Almaaz vous souhaites un bon visionnage de ce 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projet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 , espérant qu'on sera à la hauteur dans notre travail 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ci</a:t>
            </a:r>
            <a:r>
              <a:rPr lang="es-ES" sz="3200">
                <a:solidFill>
                  <a:srgbClr val="DCDDDE"/>
                </a:solidFill>
                <a:latin typeface="Squada One"/>
                <a:ea typeface="Squada One"/>
                <a:cs typeface="Squada One"/>
                <a:sym typeface="Squada One"/>
              </a:rPr>
              <a:t> présent.</a:t>
            </a:r>
            <a:endParaRPr sz="44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waves by slidesgo">
  <a:themeElements>
    <a:clrScheme name="Personalizado 1">
      <a:dk1>
        <a:srgbClr val="00072D"/>
      </a:dk1>
      <a:lt1>
        <a:srgbClr val="FFFFFF"/>
      </a:lt1>
      <a:dk2>
        <a:srgbClr val="FFFFFF"/>
      </a:dk2>
      <a:lt2>
        <a:srgbClr val="FFFFFF"/>
      </a:lt2>
      <a:accent1>
        <a:srgbClr val="0C2E3A"/>
      </a:accent1>
      <a:accent2>
        <a:srgbClr val="110F16"/>
      </a:accent2>
      <a:accent3>
        <a:srgbClr val="0A2472"/>
      </a:accent3>
      <a:accent4>
        <a:srgbClr val="001C55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